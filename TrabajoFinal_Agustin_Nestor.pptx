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  <p:sldMasterId id="2147484140" r:id="rId2"/>
  </p:sldMasterIdLst>
  <p:notesMasterIdLst>
    <p:notesMasterId r:id="rId29"/>
  </p:notesMasterIdLst>
  <p:handoutMasterIdLst>
    <p:handoutMasterId r:id="rId30"/>
  </p:handoutMasterIdLst>
  <p:sldIdLst>
    <p:sldId id="493" r:id="rId3"/>
    <p:sldId id="514" r:id="rId4"/>
    <p:sldId id="494" r:id="rId5"/>
    <p:sldId id="504" r:id="rId6"/>
    <p:sldId id="505" r:id="rId7"/>
    <p:sldId id="506" r:id="rId8"/>
    <p:sldId id="524" r:id="rId9"/>
    <p:sldId id="507" r:id="rId10"/>
    <p:sldId id="508" r:id="rId11"/>
    <p:sldId id="509" r:id="rId12"/>
    <p:sldId id="510" r:id="rId13"/>
    <p:sldId id="511" r:id="rId14"/>
    <p:sldId id="516" r:id="rId15"/>
    <p:sldId id="517" r:id="rId16"/>
    <p:sldId id="512" r:id="rId17"/>
    <p:sldId id="513" r:id="rId18"/>
    <p:sldId id="519" r:id="rId19"/>
    <p:sldId id="520" r:id="rId20"/>
    <p:sldId id="521" r:id="rId21"/>
    <p:sldId id="518" r:id="rId22"/>
    <p:sldId id="515" r:id="rId23"/>
    <p:sldId id="525" r:id="rId24"/>
    <p:sldId id="526" r:id="rId25"/>
    <p:sldId id="527" r:id="rId26"/>
    <p:sldId id="528" r:id="rId27"/>
    <p:sldId id="503" r:id="rId28"/>
  </p:sldIdLst>
  <p:sldSz cx="9144000" cy="6858000" type="screen4x3"/>
  <p:notesSz cx="6881813" cy="92964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ana Duque" initials="DD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6600FF"/>
    <a:srgbClr val="9993ED"/>
    <a:srgbClr val="86062F"/>
    <a:srgbClr val="8E8E00"/>
    <a:srgbClr val="F9F4DF"/>
    <a:srgbClr val="E7DBD0"/>
    <a:srgbClr val="FA6B00"/>
    <a:srgbClr val="FF770D"/>
    <a:srgbClr val="0095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7" autoAdjust="0"/>
    <p:restoredTop sz="91254" autoAdjust="0"/>
  </p:normalViewPr>
  <p:slideViewPr>
    <p:cSldViewPr>
      <p:cViewPr varScale="1">
        <p:scale>
          <a:sx n="66" d="100"/>
          <a:sy n="66" d="100"/>
        </p:scale>
        <p:origin x="162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8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ustin Salazar" userId="2713ac6653f5e3c0" providerId="LiveId" clId="{F3D974BD-BDBE-4B33-BD82-FE1F5487E652}"/>
    <pc:docChg chg="custSel modSld">
      <pc:chgData name="Agustin Salazar" userId="2713ac6653f5e3c0" providerId="LiveId" clId="{F3D974BD-BDBE-4B33-BD82-FE1F5487E652}" dt="2020-12-07T18:43:21.224" v="161" actId="1076"/>
      <pc:docMkLst>
        <pc:docMk/>
      </pc:docMkLst>
      <pc:sldChg chg="addSp modSp mod">
        <pc:chgData name="Agustin Salazar" userId="2713ac6653f5e3c0" providerId="LiveId" clId="{F3D974BD-BDBE-4B33-BD82-FE1F5487E652}" dt="2020-12-07T18:25:06.123" v="32" actId="1076"/>
        <pc:sldMkLst>
          <pc:docMk/>
          <pc:sldMk cId="3066812462" sldId="517"/>
        </pc:sldMkLst>
        <pc:spChg chg="add mod">
          <ac:chgData name="Agustin Salazar" userId="2713ac6653f5e3c0" providerId="LiveId" clId="{F3D974BD-BDBE-4B33-BD82-FE1F5487E652}" dt="2020-12-07T18:25:06.123" v="32" actId="1076"/>
          <ac:spMkLst>
            <pc:docMk/>
            <pc:sldMk cId="3066812462" sldId="517"/>
            <ac:spMk id="8" creationId="{21F1079B-DAA9-41EF-B3A9-A54C56F33C24}"/>
          </ac:spMkLst>
        </pc:spChg>
        <pc:picChg chg="add mod">
          <ac:chgData name="Agustin Salazar" userId="2713ac6653f5e3c0" providerId="LiveId" clId="{F3D974BD-BDBE-4B33-BD82-FE1F5487E652}" dt="2020-12-07T18:25:03.675" v="31" actId="1076"/>
          <ac:picMkLst>
            <pc:docMk/>
            <pc:sldMk cId="3066812462" sldId="517"/>
            <ac:picMk id="2" creationId="{B93DCB46-F22E-4D8D-867E-4927B155852E}"/>
          </ac:picMkLst>
        </pc:picChg>
      </pc:sldChg>
      <pc:sldChg chg="addSp modSp mod">
        <pc:chgData name="Agustin Salazar" userId="2713ac6653f5e3c0" providerId="LiveId" clId="{F3D974BD-BDBE-4B33-BD82-FE1F5487E652}" dt="2020-12-07T18:42:17.701" v="154" actId="1076"/>
        <pc:sldMkLst>
          <pc:docMk/>
          <pc:sldMk cId="20582142" sldId="518"/>
        </pc:sldMkLst>
        <pc:spChg chg="add mod">
          <ac:chgData name="Agustin Salazar" userId="2713ac6653f5e3c0" providerId="LiveId" clId="{F3D974BD-BDBE-4B33-BD82-FE1F5487E652}" dt="2020-12-07T18:42:17.701" v="154" actId="1076"/>
          <ac:spMkLst>
            <pc:docMk/>
            <pc:sldMk cId="20582142" sldId="518"/>
            <ac:spMk id="8" creationId="{245EC858-5C57-422B-9401-8417BB527B2C}"/>
          </ac:spMkLst>
        </pc:spChg>
        <pc:picChg chg="add mod">
          <ac:chgData name="Agustin Salazar" userId="2713ac6653f5e3c0" providerId="LiveId" clId="{F3D974BD-BDBE-4B33-BD82-FE1F5487E652}" dt="2020-12-07T18:42:14.447" v="153" actId="1076"/>
          <ac:picMkLst>
            <pc:docMk/>
            <pc:sldMk cId="20582142" sldId="518"/>
            <ac:picMk id="1026" creationId="{70B145FC-030A-4A5F-93E0-0B9190FF01D4}"/>
          </ac:picMkLst>
        </pc:picChg>
      </pc:sldChg>
      <pc:sldChg chg="addSp delSp modSp mod">
        <pc:chgData name="Agustin Salazar" userId="2713ac6653f5e3c0" providerId="LiveId" clId="{F3D974BD-BDBE-4B33-BD82-FE1F5487E652}" dt="2020-12-07T18:43:21.224" v="161" actId="1076"/>
        <pc:sldMkLst>
          <pc:docMk/>
          <pc:sldMk cId="1598875730" sldId="519"/>
        </pc:sldMkLst>
        <pc:spChg chg="add del mod">
          <ac:chgData name="Agustin Salazar" userId="2713ac6653f5e3c0" providerId="LiveId" clId="{F3D974BD-BDBE-4B33-BD82-FE1F5487E652}" dt="2020-12-07T18:43:11.226" v="157" actId="478"/>
          <ac:spMkLst>
            <pc:docMk/>
            <pc:sldMk cId="1598875730" sldId="519"/>
            <ac:spMk id="8" creationId="{2CDFEDB5-57F9-43FB-B756-196C1857C92F}"/>
          </ac:spMkLst>
        </pc:spChg>
        <pc:picChg chg="add mod">
          <ac:chgData name="Agustin Salazar" userId="2713ac6653f5e3c0" providerId="LiveId" clId="{F3D974BD-BDBE-4B33-BD82-FE1F5487E652}" dt="2020-12-07T18:43:21.224" v="161" actId="1076"/>
          <ac:picMkLst>
            <pc:docMk/>
            <pc:sldMk cId="1598875730" sldId="519"/>
            <ac:picMk id="2050" creationId="{2FC22F8C-7357-4398-9224-DEB5DA78FA87}"/>
          </ac:picMkLst>
        </pc:picChg>
      </pc:sldChg>
      <pc:sldChg chg="addSp modSp mod">
        <pc:chgData name="Agustin Salazar" userId="2713ac6653f5e3c0" providerId="LiveId" clId="{F3D974BD-BDBE-4B33-BD82-FE1F5487E652}" dt="2020-12-07T18:39:43.375" v="150" actId="403"/>
        <pc:sldMkLst>
          <pc:docMk/>
          <pc:sldMk cId="3734622914" sldId="520"/>
        </pc:sldMkLst>
        <pc:spChg chg="add mod">
          <ac:chgData name="Agustin Salazar" userId="2713ac6653f5e3c0" providerId="LiveId" clId="{F3D974BD-BDBE-4B33-BD82-FE1F5487E652}" dt="2020-12-07T18:39:43.375" v="150" actId="403"/>
          <ac:spMkLst>
            <pc:docMk/>
            <pc:sldMk cId="3734622914" sldId="520"/>
            <ac:spMk id="8" creationId="{37AF7AD8-A28D-43C9-9471-1C8826DAF7D3}"/>
          </ac:spMkLst>
        </pc:spChg>
      </pc:sldChg>
      <pc:sldChg chg="addSp modSp mod">
        <pc:chgData name="Agustin Salazar" userId="2713ac6653f5e3c0" providerId="LiveId" clId="{F3D974BD-BDBE-4B33-BD82-FE1F5487E652}" dt="2020-12-07T18:36:50.102" v="127" actId="1076"/>
        <pc:sldMkLst>
          <pc:docMk/>
          <pc:sldMk cId="4107465856" sldId="531"/>
        </pc:sldMkLst>
        <pc:picChg chg="add mod">
          <ac:chgData name="Agustin Salazar" userId="2713ac6653f5e3c0" providerId="LiveId" clId="{F3D974BD-BDBE-4B33-BD82-FE1F5487E652}" dt="2020-12-07T18:36:50.102" v="127" actId="1076"/>
          <ac:picMkLst>
            <pc:docMk/>
            <pc:sldMk cId="4107465856" sldId="531"/>
            <ac:picMk id="2" creationId="{DFC0F0BC-DE5C-417E-8D13-E70AB836737E}"/>
          </ac:picMkLst>
        </pc:picChg>
      </pc:sldChg>
    </pc:docChg>
  </pc:docChgLst>
  <pc:docChgLst>
    <pc:chgData name="Agustin Salazar" userId="2713ac6653f5e3c0" providerId="LiveId" clId="{FE70971A-EDA9-4F18-9C73-81FF2FD44A3E}"/>
    <pc:docChg chg="undo custSel addSld delSld modSld sldOrd">
      <pc:chgData name="Agustin Salazar" userId="2713ac6653f5e3c0" providerId="LiveId" clId="{FE70971A-EDA9-4F18-9C73-81FF2FD44A3E}" dt="2020-12-09T20:25:51.834" v="490" actId="1076"/>
      <pc:docMkLst>
        <pc:docMk/>
      </pc:docMkLst>
      <pc:sldChg chg="modSp mod">
        <pc:chgData name="Agustin Salazar" userId="2713ac6653f5e3c0" providerId="LiveId" clId="{FE70971A-EDA9-4F18-9C73-81FF2FD44A3E}" dt="2020-12-09T18:54:10.899" v="46" actId="20577"/>
        <pc:sldMkLst>
          <pc:docMk/>
          <pc:sldMk cId="1035560949" sldId="493"/>
        </pc:sldMkLst>
        <pc:spChg chg="mod">
          <ac:chgData name="Agustin Salazar" userId="2713ac6653f5e3c0" providerId="LiveId" clId="{FE70971A-EDA9-4F18-9C73-81FF2FD44A3E}" dt="2020-12-09T18:54:07.698" v="45" actId="20577"/>
          <ac:spMkLst>
            <pc:docMk/>
            <pc:sldMk cId="1035560949" sldId="493"/>
            <ac:spMk id="5" creationId="{00000000-0000-0000-0000-000000000000}"/>
          </ac:spMkLst>
        </pc:spChg>
        <pc:spChg chg="mod">
          <ac:chgData name="Agustin Salazar" userId="2713ac6653f5e3c0" providerId="LiveId" clId="{FE70971A-EDA9-4F18-9C73-81FF2FD44A3E}" dt="2020-12-09T18:54:10.899" v="46" actId="20577"/>
          <ac:spMkLst>
            <pc:docMk/>
            <pc:sldMk cId="1035560949" sldId="493"/>
            <ac:spMk id="10" creationId="{7AEEAA04-DDE0-4BB4-96F3-5EC75F012046}"/>
          </ac:spMkLst>
        </pc:spChg>
      </pc:sldChg>
      <pc:sldChg chg="addSp delSp modSp mod">
        <pc:chgData name="Agustin Salazar" userId="2713ac6653f5e3c0" providerId="LiveId" clId="{FE70971A-EDA9-4F18-9C73-81FF2FD44A3E}" dt="2020-12-09T18:56:20.431" v="85" actId="20577"/>
        <pc:sldMkLst>
          <pc:docMk/>
          <pc:sldMk cId="99382546" sldId="494"/>
        </pc:sldMkLst>
        <pc:spChg chg="mod">
          <ac:chgData name="Agustin Salazar" userId="2713ac6653f5e3c0" providerId="LiveId" clId="{FE70971A-EDA9-4F18-9C73-81FF2FD44A3E}" dt="2020-12-09T18:56:20.431" v="85" actId="20577"/>
          <ac:spMkLst>
            <pc:docMk/>
            <pc:sldMk cId="99382546" sldId="494"/>
            <ac:spMk id="2" creationId="{1D9F37DC-BBED-4B90-B8F2-75A317DA2879}"/>
          </ac:spMkLst>
        </pc:spChg>
        <pc:spChg chg="del">
          <ac:chgData name="Agustin Salazar" userId="2713ac6653f5e3c0" providerId="LiveId" clId="{FE70971A-EDA9-4F18-9C73-81FF2FD44A3E}" dt="2020-12-09T18:53:47.020" v="1" actId="478"/>
          <ac:spMkLst>
            <pc:docMk/>
            <pc:sldMk cId="99382546" sldId="494"/>
            <ac:spMk id="5" creationId="{30C189B5-0A7B-4452-A09C-66EE92D34634}"/>
          </ac:spMkLst>
        </pc:spChg>
        <pc:picChg chg="add mod">
          <ac:chgData name="Agustin Salazar" userId="2713ac6653f5e3c0" providerId="LiveId" clId="{FE70971A-EDA9-4F18-9C73-81FF2FD44A3E}" dt="2020-12-09T18:56:13.895" v="84" actId="1076"/>
          <ac:picMkLst>
            <pc:docMk/>
            <pc:sldMk cId="99382546" sldId="494"/>
            <ac:picMk id="6" creationId="{EAD00B41-9488-4A75-987D-68903DF9D515}"/>
          </ac:picMkLst>
        </pc:picChg>
        <pc:picChg chg="del">
          <ac:chgData name="Agustin Salazar" userId="2713ac6653f5e3c0" providerId="LiveId" clId="{FE70971A-EDA9-4F18-9C73-81FF2FD44A3E}" dt="2020-12-09T18:53:44.136" v="0" actId="478"/>
          <ac:picMkLst>
            <pc:docMk/>
            <pc:sldMk cId="99382546" sldId="494"/>
            <ac:picMk id="3074" creationId="{253592A3-BAE6-4422-937F-1F2B43294668}"/>
          </ac:picMkLst>
        </pc:picChg>
      </pc:sldChg>
      <pc:sldChg chg="modSp mod">
        <pc:chgData name="Agustin Salazar" userId="2713ac6653f5e3c0" providerId="LiveId" clId="{FE70971A-EDA9-4F18-9C73-81FF2FD44A3E}" dt="2020-12-09T18:53:59.182" v="32" actId="20577"/>
        <pc:sldMkLst>
          <pc:docMk/>
          <pc:sldMk cId="3755925242" sldId="503"/>
        </pc:sldMkLst>
        <pc:spChg chg="mod">
          <ac:chgData name="Agustin Salazar" userId="2713ac6653f5e3c0" providerId="LiveId" clId="{FE70971A-EDA9-4F18-9C73-81FF2FD44A3E}" dt="2020-12-09T18:53:59.182" v="32" actId="20577"/>
          <ac:spMkLst>
            <pc:docMk/>
            <pc:sldMk cId="3755925242" sldId="503"/>
            <ac:spMk id="5" creationId="{12F9B75C-3EC1-4BF9-AC2D-31927585B0AA}"/>
          </ac:spMkLst>
        </pc:spChg>
      </pc:sldChg>
      <pc:sldChg chg="add del">
        <pc:chgData name="Agustin Salazar" userId="2713ac6653f5e3c0" providerId="LiveId" clId="{FE70971A-EDA9-4F18-9C73-81FF2FD44A3E}" dt="2020-12-09T18:54:29.332" v="55" actId="47"/>
        <pc:sldMkLst>
          <pc:docMk/>
          <pc:sldMk cId="478926650" sldId="504"/>
        </pc:sldMkLst>
      </pc:sldChg>
      <pc:sldChg chg="addSp delSp modSp add mod">
        <pc:chgData name="Agustin Salazar" userId="2713ac6653f5e3c0" providerId="LiveId" clId="{FE70971A-EDA9-4F18-9C73-81FF2FD44A3E}" dt="2020-12-09T19:16:41.247" v="451" actId="120"/>
        <pc:sldMkLst>
          <pc:docMk/>
          <pc:sldMk cId="1419879611" sldId="504"/>
        </pc:sldMkLst>
        <pc:spChg chg="del">
          <ac:chgData name="Agustin Salazar" userId="2713ac6653f5e3c0" providerId="LiveId" clId="{FE70971A-EDA9-4F18-9C73-81FF2FD44A3E}" dt="2020-12-09T18:56:26.824" v="87" actId="478"/>
          <ac:spMkLst>
            <pc:docMk/>
            <pc:sldMk cId="1419879611" sldId="504"/>
            <ac:spMk id="2" creationId="{1D9F37DC-BBED-4B90-B8F2-75A317DA2879}"/>
          </ac:spMkLst>
        </pc:spChg>
        <pc:spChg chg="add mod">
          <ac:chgData name="Agustin Salazar" userId="2713ac6653f5e3c0" providerId="LiveId" clId="{FE70971A-EDA9-4F18-9C73-81FF2FD44A3E}" dt="2020-12-09T18:56:27.483" v="88"/>
          <ac:spMkLst>
            <pc:docMk/>
            <pc:sldMk cId="1419879611" sldId="504"/>
            <ac:spMk id="5" creationId="{7A6DC245-F7C1-45A3-984F-2A4E23EE33F7}"/>
          </ac:spMkLst>
        </pc:spChg>
        <pc:spChg chg="add mod">
          <ac:chgData name="Agustin Salazar" userId="2713ac6653f5e3c0" providerId="LiveId" clId="{FE70971A-EDA9-4F18-9C73-81FF2FD44A3E}" dt="2020-12-09T19:16:41.247" v="451" actId="120"/>
          <ac:spMkLst>
            <pc:docMk/>
            <pc:sldMk cId="1419879611" sldId="504"/>
            <ac:spMk id="7" creationId="{B7AD8414-7811-4240-BDF0-4AFED4601B70}"/>
          </ac:spMkLst>
        </pc:spChg>
        <pc:picChg chg="add mod">
          <ac:chgData name="Agustin Salazar" userId="2713ac6653f5e3c0" providerId="LiveId" clId="{FE70971A-EDA9-4F18-9C73-81FF2FD44A3E}" dt="2020-12-09T19:16:30.735" v="433" actId="1076"/>
          <ac:picMkLst>
            <pc:docMk/>
            <pc:sldMk cId="1419879611" sldId="504"/>
            <ac:picMk id="6" creationId="{EE3A6B92-8735-4CE2-A5AD-231BFFE63F14}"/>
          </ac:picMkLst>
        </pc:picChg>
        <pc:cxnChg chg="mod">
          <ac:chgData name="Agustin Salazar" userId="2713ac6653f5e3c0" providerId="LiveId" clId="{FE70971A-EDA9-4F18-9C73-81FF2FD44A3E}" dt="2020-12-09T18:56:24.413" v="86" actId="1076"/>
          <ac:cxnSpMkLst>
            <pc:docMk/>
            <pc:sldMk cId="1419879611" sldId="504"/>
            <ac:cxnSpMk id="4" creationId="{EDF9F08A-8669-450C-9D79-E70997417E1B}"/>
          </ac:cxnSpMkLst>
        </pc:cxnChg>
      </pc:sldChg>
      <pc:sldChg chg="addSp delSp modSp add mod">
        <pc:chgData name="Agustin Salazar" userId="2713ac6653f5e3c0" providerId="LiveId" clId="{FE70971A-EDA9-4F18-9C73-81FF2FD44A3E}" dt="2020-12-09T19:00:55.814" v="158"/>
        <pc:sldMkLst>
          <pc:docMk/>
          <pc:sldMk cId="1302664905" sldId="505"/>
        </pc:sldMkLst>
        <pc:spChg chg="del">
          <ac:chgData name="Agustin Salazar" userId="2713ac6653f5e3c0" providerId="LiveId" clId="{FE70971A-EDA9-4F18-9C73-81FF2FD44A3E}" dt="2020-12-09T18:57:36.363" v="95" actId="478"/>
          <ac:spMkLst>
            <pc:docMk/>
            <pc:sldMk cId="1302664905" sldId="505"/>
            <ac:spMk id="2" creationId="{1D9F37DC-BBED-4B90-B8F2-75A317DA2879}"/>
          </ac:spMkLst>
        </pc:spChg>
        <pc:spChg chg="add del mod">
          <ac:chgData name="Agustin Salazar" userId="2713ac6653f5e3c0" providerId="LiveId" clId="{FE70971A-EDA9-4F18-9C73-81FF2FD44A3E}" dt="2020-12-09T19:00:55.380" v="157" actId="478"/>
          <ac:spMkLst>
            <pc:docMk/>
            <pc:sldMk cId="1302664905" sldId="505"/>
            <ac:spMk id="6" creationId="{5BD45D61-19C0-4C5A-AF2B-1FD1C1DC049F}"/>
          </ac:spMkLst>
        </pc:spChg>
        <pc:spChg chg="add mod">
          <ac:chgData name="Agustin Salazar" userId="2713ac6653f5e3c0" providerId="LiveId" clId="{FE70971A-EDA9-4F18-9C73-81FF2FD44A3E}" dt="2020-12-09T19:00:55.814" v="158"/>
          <ac:spMkLst>
            <pc:docMk/>
            <pc:sldMk cId="1302664905" sldId="505"/>
            <ac:spMk id="7" creationId="{B26C5A1D-AF92-4435-B3FA-E81C38F22066}"/>
          </ac:spMkLst>
        </pc:spChg>
        <pc:picChg chg="add mod">
          <ac:chgData name="Agustin Salazar" userId="2713ac6653f5e3c0" providerId="LiveId" clId="{FE70971A-EDA9-4F18-9C73-81FF2FD44A3E}" dt="2020-12-09T18:57:33.715" v="94" actId="14100"/>
          <ac:picMkLst>
            <pc:docMk/>
            <pc:sldMk cId="1302664905" sldId="505"/>
            <ac:picMk id="5" creationId="{11FEA53A-291B-446E-AC38-0A5C7C43597F}"/>
          </ac:picMkLst>
        </pc:picChg>
        <pc:cxnChg chg="mod">
          <ac:chgData name="Agustin Salazar" userId="2713ac6653f5e3c0" providerId="LiveId" clId="{FE70971A-EDA9-4F18-9C73-81FF2FD44A3E}" dt="2020-12-09T18:57:42.245" v="96" actId="1076"/>
          <ac:cxnSpMkLst>
            <pc:docMk/>
            <pc:sldMk cId="1302664905" sldId="505"/>
            <ac:cxnSpMk id="4" creationId="{EDF9F08A-8669-450C-9D79-E70997417E1B}"/>
          </ac:cxnSpMkLst>
        </pc:cxnChg>
      </pc:sldChg>
      <pc:sldChg chg="add del">
        <pc:chgData name="Agustin Salazar" userId="2713ac6653f5e3c0" providerId="LiveId" clId="{FE70971A-EDA9-4F18-9C73-81FF2FD44A3E}" dt="2020-12-09T18:54:29.576" v="56" actId="47"/>
        <pc:sldMkLst>
          <pc:docMk/>
          <pc:sldMk cId="2224265946" sldId="505"/>
        </pc:sldMkLst>
      </pc:sldChg>
      <pc:sldChg chg="add del">
        <pc:chgData name="Agustin Salazar" userId="2713ac6653f5e3c0" providerId="LiveId" clId="{FE70971A-EDA9-4F18-9C73-81FF2FD44A3E}" dt="2020-12-09T18:54:29.832" v="57" actId="47"/>
        <pc:sldMkLst>
          <pc:docMk/>
          <pc:sldMk cId="249161317" sldId="506"/>
        </pc:sldMkLst>
      </pc:sldChg>
      <pc:sldChg chg="addSp delSp modSp add mod">
        <pc:chgData name="Agustin Salazar" userId="2713ac6653f5e3c0" providerId="LiveId" clId="{FE70971A-EDA9-4F18-9C73-81FF2FD44A3E}" dt="2020-12-09T19:17:24.678" v="454"/>
        <pc:sldMkLst>
          <pc:docMk/>
          <pc:sldMk cId="3725207756" sldId="506"/>
        </pc:sldMkLst>
        <pc:spChg chg="del">
          <ac:chgData name="Agustin Salazar" userId="2713ac6653f5e3c0" providerId="LiveId" clId="{FE70971A-EDA9-4F18-9C73-81FF2FD44A3E}" dt="2020-12-09T18:59:47.342" v="133" actId="478"/>
          <ac:spMkLst>
            <pc:docMk/>
            <pc:sldMk cId="3725207756" sldId="506"/>
            <ac:spMk id="2" creationId="{1D9F37DC-BBED-4B90-B8F2-75A317DA2879}"/>
          </ac:spMkLst>
        </pc:spChg>
        <pc:spChg chg="add del mod">
          <ac:chgData name="Agustin Salazar" userId="2713ac6653f5e3c0" providerId="LiveId" clId="{FE70971A-EDA9-4F18-9C73-81FF2FD44A3E}" dt="2020-12-09T19:17:24.678" v="454"/>
          <ac:spMkLst>
            <pc:docMk/>
            <pc:sldMk cId="3725207756" sldId="506"/>
            <ac:spMk id="6" creationId="{A29B5D05-876A-434D-B181-88270EDFF460}"/>
          </ac:spMkLst>
        </pc:spChg>
        <pc:spChg chg="add del mod">
          <ac:chgData name="Agustin Salazar" userId="2713ac6653f5e3c0" providerId="LiveId" clId="{FE70971A-EDA9-4F18-9C73-81FF2FD44A3E}" dt="2020-12-09T19:00:50.443" v="155" actId="478"/>
          <ac:spMkLst>
            <pc:docMk/>
            <pc:sldMk cId="3725207756" sldId="506"/>
            <ac:spMk id="6" creationId="{BAE3B256-3A58-4A19-9677-CFEB60DABC80}"/>
          </ac:spMkLst>
        </pc:spChg>
        <pc:spChg chg="add mod">
          <ac:chgData name="Agustin Salazar" userId="2713ac6653f5e3c0" providerId="LiveId" clId="{FE70971A-EDA9-4F18-9C73-81FF2FD44A3E}" dt="2020-12-09T19:00:50.897" v="156"/>
          <ac:spMkLst>
            <pc:docMk/>
            <pc:sldMk cId="3725207756" sldId="506"/>
            <ac:spMk id="7" creationId="{D0276A52-4ADC-4306-9D89-B1F19EC7E950}"/>
          </ac:spMkLst>
        </pc:spChg>
        <pc:picChg chg="add mod modCrop">
          <ac:chgData name="Agustin Salazar" userId="2713ac6653f5e3c0" providerId="LiveId" clId="{FE70971A-EDA9-4F18-9C73-81FF2FD44A3E}" dt="2020-12-09T18:59:38.724" v="130" actId="1076"/>
          <ac:picMkLst>
            <pc:docMk/>
            <pc:sldMk cId="3725207756" sldId="506"/>
            <ac:picMk id="5" creationId="{FA7F197F-38F7-4AF3-ABDF-2ED57EF77821}"/>
          </ac:picMkLst>
        </pc:picChg>
      </pc:sldChg>
      <pc:sldChg chg="addSp delSp modSp add mod">
        <pc:chgData name="Agustin Salazar" userId="2713ac6653f5e3c0" providerId="LiveId" clId="{FE70971A-EDA9-4F18-9C73-81FF2FD44A3E}" dt="2020-12-09T19:02:10.045" v="199" actId="20577"/>
        <pc:sldMkLst>
          <pc:docMk/>
          <pc:sldMk cId="2351798681" sldId="507"/>
        </pc:sldMkLst>
        <pc:spChg chg="del">
          <ac:chgData name="Agustin Salazar" userId="2713ac6653f5e3c0" providerId="LiveId" clId="{FE70971A-EDA9-4F18-9C73-81FF2FD44A3E}" dt="2020-12-09T19:00:20.439" v="138" actId="478"/>
          <ac:spMkLst>
            <pc:docMk/>
            <pc:sldMk cId="2351798681" sldId="507"/>
            <ac:spMk id="2" creationId="{1D9F37DC-BBED-4B90-B8F2-75A317DA2879}"/>
          </ac:spMkLst>
        </pc:spChg>
        <pc:spChg chg="add mod">
          <ac:chgData name="Agustin Salazar" userId="2713ac6653f5e3c0" providerId="LiveId" clId="{FE70971A-EDA9-4F18-9C73-81FF2FD44A3E}" dt="2020-12-09T19:02:10.045" v="199" actId="20577"/>
          <ac:spMkLst>
            <pc:docMk/>
            <pc:sldMk cId="2351798681" sldId="507"/>
            <ac:spMk id="6" creationId="{5E4FA5A5-1B73-4DAE-B258-59D3239D0965}"/>
          </ac:spMkLst>
        </pc:spChg>
        <pc:picChg chg="add del mod">
          <ac:chgData name="Agustin Salazar" userId="2713ac6653f5e3c0" providerId="LiveId" clId="{FE70971A-EDA9-4F18-9C73-81FF2FD44A3E}" dt="2020-12-09T19:01:37.334" v="164" actId="478"/>
          <ac:picMkLst>
            <pc:docMk/>
            <pc:sldMk cId="2351798681" sldId="507"/>
            <ac:picMk id="5" creationId="{F7D8CA14-B9D1-4ED7-AB44-4121AF6C9CD8}"/>
          </ac:picMkLst>
        </pc:picChg>
        <pc:picChg chg="add mod">
          <ac:chgData name="Agustin Salazar" userId="2713ac6653f5e3c0" providerId="LiveId" clId="{FE70971A-EDA9-4F18-9C73-81FF2FD44A3E}" dt="2020-12-09T19:01:52.143" v="171" actId="1076"/>
          <ac:picMkLst>
            <pc:docMk/>
            <pc:sldMk cId="2351798681" sldId="507"/>
            <ac:picMk id="8" creationId="{830EA42D-597F-46D4-9B5C-4AC79E11F3AB}"/>
          </ac:picMkLst>
        </pc:picChg>
      </pc:sldChg>
      <pc:sldChg chg="addSp delSp modSp add mod">
        <pc:chgData name="Agustin Salazar" userId="2713ac6653f5e3c0" providerId="LiveId" clId="{FE70971A-EDA9-4F18-9C73-81FF2FD44A3E}" dt="2020-12-09T19:02:50.651" v="208" actId="1076"/>
        <pc:sldMkLst>
          <pc:docMk/>
          <pc:sldMk cId="348281597" sldId="508"/>
        </pc:sldMkLst>
        <pc:spChg chg="del">
          <ac:chgData name="Agustin Salazar" userId="2713ac6653f5e3c0" providerId="LiveId" clId="{FE70971A-EDA9-4F18-9C73-81FF2FD44A3E}" dt="2020-12-09T19:02:15.860" v="200" actId="478"/>
          <ac:spMkLst>
            <pc:docMk/>
            <pc:sldMk cId="348281597" sldId="508"/>
            <ac:spMk id="6" creationId="{5E4FA5A5-1B73-4DAE-B258-59D3239D0965}"/>
          </ac:spMkLst>
        </pc:spChg>
        <pc:spChg chg="add mod">
          <ac:chgData name="Agustin Salazar" userId="2713ac6653f5e3c0" providerId="LiveId" clId="{FE70971A-EDA9-4F18-9C73-81FF2FD44A3E}" dt="2020-12-09T19:02:16.252" v="201"/>
          <ac:spMkLst>
            <pc:docMk/>
            <pc:sldMk cId="348281597" sldId="508"/>
            <ac:spMk id="7" creationId="{AD9AF2B7-6504-4AC4-9A64-CF482C2A82C2}"/>
          </ac:spMkLst>
        </pc:spChg>
        <pc:picChg chg="add mod">
          <ac:chgData name="Agustin Salazar" userId="2713ac6653f5e3c0" providerId="LiveId" clId="{FE70971A-EDA9-4F18-9C73-81FF2FD44A3E}" dt="2020-12-09T19:02:50.651" v="208" actId="1076"/>
          <ac:picMkLst>
            <pc:docMk/>
            <pc:sldMk cId="348281597" sldId="508"/>
            <ac:picMk id="3" creationId="{EC94C0FA-01DB-4E7F-8989-46D56C60F66E}"/>
          </ac:picMkLst>
        </pc:picChg>
        <pc:picChg chg="del">
          <ac:chgData name="Agustin Salazar" userId="2713ac6653f5e3c0" providerId="LiveId" clId="{FE70971A-EDA9-4F18-9C73-81FF2FD44A3E}" dt="2020-12-09T19:02:18.015" v="202" actId="478"/>
          <ac:picMkLst>
            <pc:docMk/>
            <pc:sldMk cId="348281597" sldId="508"/>
            <ac:picMk id="5" creationId="{F7D8CA14-B9D1-4ED7-AB44-4121AF6C9CD8}"/>
          </ac:picMkLst>
        </pc:picChg>
      </pc:sldChg>
      <pc:sldChg chg="del">
        <pc:chgData name="Agustin Salazar" userId="2713ac6653f5e3c0" providerId="LiveId" clId="{FE70971A-EDA9-4F18-9C73-81FF2FD44A3E}" dt="2020-12-09T18:53:49.258" v="3" actId="47"/>
        <pc:sldMkLst>
          <pc:docMk/>
          <pc:sldMk cId="3104573755" sldId="508"/>
        </pc:sldMkLst>
      </pc:sldChg>
      <pc:sldChg chg="addSp delSp modSp add mod">
        <pc:chgData name="Agustin Salazar" userId="2713ac6653f5e3c0" providerId="LiveId" clId="{FE70971A-EDA9-4F18-9C73-81FF2FD44A3E}" dt="2020-12-09T19:18:13.930" v="465" actId="1076"/>
        <pc:sldMkLst>
          <pc:docMk/>
          <pc:sldMk cId="2214479672" sldId="509"/>
        </pc:sldMkLst>
        <pc:spChg chg="del">
          <ac:chgData name="Agustin Salazar" userId="2713ac6653f5e3c0" providerId="LiveId" clId="{FE70971A-EDA9-4F18-9C73-81FF2FD44A3E}" dt="2020-12-09T19:02:57.605" v="209" actId="478"/>
          <ac:spMkLst>
            <pc:docMk/>
            <pc:sldMk cId="2214479672" sldId="509"/>
            <ac:spMk id="6" creationId="{5E4FA5A5-1B73-4DAE-B258-59D3239D0965}"/>
          </ac:spMkLst>
        </pc:spChg>
        <pc:spChg chg="add mod">
          <ac:chgData name="Agustin Salazar" userId="2713ac6653f5e3c0" providerId="LiveId" clId="{FE70971A-EDA9-4F18-9C73-81FF2FD44A3E}" dt="2020-12-09T19:02:58.249" v="210"/>
          <ac:spMkLst>
            <pc:docMk/>
            <pc:sldMk cId="2214479672" sldId="509"/>
            <ac:spMk id="7" creationId="{F7F19E81-F141-4AD7-A113-3612A52004B6}"/>
          </ac:spMkLst>
        </pc:spChg>
        <pc:spChg chg="add mod">
          <ac:chgData name="Agustin Salazar" userId="2713ac6653f5e3c0" providerId="LiveId" clId="{FE70971A-EDA9-4F18-9C73-81FF2FD44A3E}" dt="2020-12-09T19:18:10.734" v="464"/>
          <ac:spMkLst>
            <pc:docMk/>
            <pc:sldMk cId="2214479672" sldId="509"/>
            <ac:spMk id="8" creationId="{9C58D6E3-ADF3-4FE0-9234-699790B72271}"/>
          </ac:spMkLst>
        </pc:spChg>
        <pc:picChg chg="add mod">
          <ac:chgData name="Agustin Salazar" userId="2713ac6653f5e3c0" providerId="LiveId" clId="{FE70971A-EDA9-4F18-9C73-81FF2FD44A3E}" dt="2020-12-09T19:18:13.930" v="465" actId="1076"/>
          <ac:picMkLst>
            <pc:docMk/>
            <pc:sldMk cId="2214479672" sldId="509"/>
            <ac:picMk id="3" creationId="{3144DCAD-35C6-4763-B920-F05472777F76}"/>
          </ac:picMkLst>
        </pc:picChg>
        <pc:picChg chg="add del">
          <ac:chgData name="Agustin Salazar" userId="2713ac6653f5e3c0" providerId="LiveId" clId="{FE70971A-EDA9-4F18-9C73-81FF2FD44A3E}" dt="2020-12-09T19:18:05.752" v="463" actId="22"/>
          <ac:picMkLst>
            <pc:docMk/>
            <pc:sldMk cId="2214479672" sldId="509"/>
            <ac:picMk id="5" creationId="{8021A557-B280-421D-900A-0D4954E979E5}"/>
          </ac:picMkLst>
        </pc:picChg>
        <pc:picChg chg="del">
          <ac:chgData name="Agustin Salazar" userId="2713ac6653f5e3c0" providerId="LiveId" clId="{FE70971A-EDA9-4F18-9C73-81FF2FD44A3E}" dt="2020-12-09T19:02:59.880" v="211" actId="478"/>
          <ac:picMkLst>
            <pc:docMk/>
            <pc:sldMk cId="2214479672" sldId="509"/>
            <ac:picMk id="5" creationId="{F7D8CA14-B9D1-4ED7-AB44-4121AF6C9CD8}"/>
          </ac:picMkLst>
        </pc:picChg>
      </pc:sldChg>
      <pc:sldChg chg="addSp delSp modSp add mod">
        <pc:chgData name="Agustin Salazar" userId="2713ac6653f5e3c0" providerId="LiveId" clId="{FE70971A-EDA9-4F18-9C73-81FF2FD44A3E}" dt="2020-12-09T19:04:57.544" v="273" actId="20577"/>
        <pc:sldMkLst>
          <pc:docMk/>
          <pc:sldMk cId="3590818965" sldId="510"/>
        </pc:sldMkLst>
        <pc:spChg chg="mod">
          <ac:chgData name="Agustin Salazar" userId="2713ac6653f5e3c0" providerId="LiveId" clId="{FE70971A-EDA9-4F18-9C73-81FF2FD44A3E}" dt="2020-12-09T19:04:57.544" v="273" actId="20577"/>
          <ac:spMkLst>
            <pc:docMk/>
            <pc:sldMk cId="3590818965" sldId="510"/>
            <ac:spMk id="6" creationId="{5E4FA5A5-1B73-4DAE-B258-59D3239D0965}"/>
          </ac:spMkLst>
        </pc:spChg>
        <pc:picChg chg="add mod">
          <ac:chgData name="Agustin Salazar" userId="2713ac6653f5e3c0" providerId="LiveId" clId="{FE70971A-EDA9-4F18-9C73-81FF2FD44A3E}" dt="2020-12-09T19:04:42.295" v="222" actId="1076"/>
          <ac:picMkLst>
            <pc:docMk/>
            <pc:sldMk cId="3590818965" sldId="510"/>
            <ac:picMk id="3" creationId="{9930ED41-E815-443A-B621-D904A6089E56}"/>
          </ac:picMkLst>
        </pc:picChg>
        <pc:picChg chg="del">
          <ac:chgData name="Agustin Salazar" userId="2713ac6653f5e3c0" providerId="LiveId" clId="{FE70971A-EDA9-4F18-9C73-81FF2FD44A3E}" dt="2020-12-09T19:04:30.169" v="216" actId="478"/>
          <ac:picMkLst>
            <pc:docMk/>
            <pc:sldMk cId="3590818965" sldId="510"/>
            <ac:picMk id="5" creationId="{F7D8CA14-B9D1-4ED7-AB44-4121AF6C9CD8}"/>
          </ac:picMkLst>
        </pc:picChg>
      </pc:sldChg>
      <pc:sldChg chg="addSp delSp modSp add mod">
        <pc:chgData name="Agustin Salazar" userId="2713ac6653f5e3c0" providerId="LiveId" clId="{FE70971A-EDA9-4F18-9C73-81FF2FD44A3E}" dt="2020-12-09T19:06:06.537" v="288"/>
        <pc:sldMkLst>
          <pc:docMk/>
          <pc:sldMk cId="2285720350" sldId="511"/>
        </pc:sldMkLst>
        <pc:spChg chg="del">
          <ac:chgData name="Agustin Salazar" userId="2713ac6653f5e3c0" providerId="LiveId" clId="{FE70971A-EDA9-4F18-9C73-81FF2FD44A3E}" dt="2020-12-09T19:05:15.242" v="281" actId="478"/>
          <ac:spMkLst>
            <pc:docMk/>
            <pc:sldMk cId="2285720350" sldId="511"/>
            <ac:spMk id="6" creationId="{5E4FA5A5-1B73-4DAE-B258-59D3239D0965}"/>
          </ac:spMkLst>
        </pc:spChg>
        <pc:spChg chg="add mod">
          <ac:chgData name="Agustin Salazar" userId="2713ac6653f5e3c0" providerId="LiveId" clId="{FE70971A-EDA9-4F18-9C73-81FF2FD44A3E}" dt="2020-12-09T19:05:15.656" v="282"/>
          <ac:spMkLst>
            <pc:docMk/>
            <pc:sldMk cId="2285720350" sldId="511"/>
            <ac:spMk id="7" creationId="{93D479EB-2AC5-460F-B2D7-5EF189D6D862}"/>
          </ac:spMkLst>
        </pc:spChg>
        <pc:picChg chg="add del">
          <ac:chgData name="Agustin Salazar" userId="2713ac6653f5e3c0" providerId="LiveId" clId="{FE70971A-EDA9-4F18-9C73-81FF2FD44A3E}" dt="2020-12-09T19:05:04.746" v="276" actId="22"/>
          <ac:picMkLst>
            <pc:docMk/>
            <pc:sldMk cId="2285720350" sldId="511"/>
            <ac:picMk id="3" creationId="{E9839C37-8A30-46B3-8D78-81016D89AB45}"/>
          </ac:picMkLst>
        </pc:picChg>
        <pc:picChg chg="del">
          <ac:chgData name="Agustin Salazar" userId="2713ac6653f5e3c0" providerId="LiveId" clId="{FE70971A-EDA9-4F18-9C73-81FF2FD44A3E}" dt="2020-12-09T19:05:01.101" v="274" actId="478"/>
          <ac:picMkLst>
            <pc:docMk/>
            <pc:sldMk cId="2285720350" sldId="511"/>
            <ac:picMk id="5" creationId="{F7D8CA14-B9D1-4ED7-AB44-4121AF6C9CD8}"/>
          </ac:picMkLst>
        </pc:picChg>
        <pc:picChg chg="add mod">
          <ac:chgData name="Agustin Salazar" userId="2713ac6653f5e3c0" providerId="LiveId" clId="{FE70971A-EDA9-4F18-9C73-81FF2FD44A3E}" dt="2020-12-09T19:06:02.013" v="286" actId="14100"/>
          <ac:picMkLst>
            <pc:docMk/>
            <pc:sldMk cId="2285720350" sldId="511"/>
            <ac:picMk id="9" creationId="{26752ABE-45F5-477E-8BA2-EAE86787B5DC}"/>
          </ac:picMkLst>
        </pc:picChg>
        <pc:picChg chg="add del mod">
          <ac:chgData name="Agustin Salazar" userId="2713ac6653f5e3c0" providerId="LiveId" clId="{FE70971A-EDA9-4F18-9C73-81FF2FD44A3E}" dt="2020-12-09T19:06:06.537" v="288"/>
          <ac:picMkLst>
            <pc:docMk/>
            <pc:sldMk cId="2285720350" sldId="511"/>
            <ac:picMk id="10" creationId="{453EAD32-51CE-4E7E-BD8F-C40C24553B9F}"/>
          </ac:picMkLst>
        </pc:picChg>
      </pc:sldChg>
      <pc:sldChg chg="addSp delSp modSp add mod">
        <pc:chgData name="Agustin Salazar" userId="2713ac6653f5e3c0" providerId="LiveId" clId="{FE70971A-EDA9-4F18-9C73-81FF2FD44A3E}" dt="2020-12-09T19:13:51.764" v="408" actId="1076"/>
        <pc:sldMkLst>
          <pc:docMk/>
          <pc:sldMk cId="332592556" sldId="512"/>
        </pc:sldMkLst>
        <pc:spChg chg="add mod">
          <ac:chgData name="Agustin Salazar" userId="2713ac6653f5e3c0" providerId="LiveId" clId="{FE70971A-EDA9-4F18-9C73-81FF2FD44A3E}" dt="2020-12-09T19:13:11.680" v="402"/>
          <ac:spMkLst>
            <pc:docMk/>
            <pc:sldMk cId="332592556" sldId="512"/>
            <ac:spMk id="5" creationId="{A7C52B8D-B5FE-4655-869B-0DD9394728A4}"/>
          </ac:spMkLst>
        </pc:spChg>
        <pc:spChg chg="del">
          <ac:chgData name="Agustin Salazar" userId="2713ac6653f5e3c0" providerId="LiveId" clId="{FE70971A-EDA9-4F18-9C73-81FF2FD44A3E}" dt="2020-12-09T19:13:11.065" v="401" actId="478"/>
          <ac:spMkLst>
            <pc:docMk/>
            <pc:sldMk cId="332592556" sldId="512"/>
            <ac:spMk id="6" creationId="{5E4FA5A5-1B73-4DAE-B258-59D3239D0965}"/>
          </ac:spMkLst>
        </pc:spChg>
        <pc:picChg chg="add mod">
          <ac:chgData name="Agustin Salazar" userId="2713ac6653f5e3c0" providerId="LiveId" clId="{FE70971A-EDA9-4F18-9C73-81FF2FD44A3E}" dt="2020-12-09T19:13:51.764" v="408" actId="1076"/>
          <ac:picMkLst>
            <pc:docMk/>
            <pc:sldMk cId="332592556" sldId="512"/>
            <ac:picMk id="3" creationId="{C42916ED-0812-4402-945E-3ED18D2DECC7}"/>
          </ac:picMkLst>
        </pc:picChg>
      </pc:sldChg>
      <pc:sldChg chg="addSp delSp modSp add mod">
        <pc:chgData name="Agustin Salazar" userId="2713ac6653f5e3c0" providerId="LiveId" clId="{FE70971A-EDA9-4F18-9C73-81FF2FD44A3E}" dt="2020-12-09T19:14:37.379" v="414" actId="14100"/>
        <pc:sldMkLst>
          <pc:docMk/>
          <pc:sldMk cId="3657110454" sldId="513"/>
        </pc:sldMkLst>
        <pc:spChg chg="add mod">
          <ac:chgData name="Agustin Salazar" userId="2713ac6653f5e3c0" providerId="LiveId" clId="{FE70971A-EDA9-4F18-9C73-81FF2FD44A3E}" dt="2020-12-09T19:13:16.130" v="404"/>
          <ac:spMkLst>
            <pc:docMk/>
            <pc:sldMk cId="3657110454" sldId="513"/>
            <ac:spMk id="5" creationId="{66E36BA8-25D0-406E-A67F-0B114CC4DEC5}"/>
          </ac:spMkLst>
        </pc:spChg>
        <pc:spChg chg="del">
          <ac:chgData name="Agustin Salazar" userId="2713ac6653f5e3c0" providerId="LiveId" clId="{FE70971A-EDA9-4F18-9C73-81FF2FD44A3E}" dt="2020-12-09T19:13:15.742" v="403" actId="478"/>
          <ac:spMkLst>
            <pc:docMk/>
            <pc:sldMk cId="3657110454" sldId="513"/>
            <ac:spMk id="6" creationId="{5E4FA5A5-1B73-4DAE-B258-59D3239D0965}"/>
          </ac:spMkLst>
        </pc:spChg>
        <pc:picChg chg="add mod">
          <ac:chgData name="Agustin Salazar" userId="2713ac6653f5e3c0" providerId="LiveId" clId="{FE70971A-EDA9-4F18-9C73-81FF2FD44A3E}" dt="2020-12-09T19:14:37.379" v="414" actId="14100"/>
          <ac:picMkLst>
            <pc:docMk/>
            <pc:sldMk cId="3657110454" sldId="513"/>
            <ac:picMk id="3" creationId="{59B41681-BDE0-4A1E-AD89-2C0235FB706B}"/>
          </ac:picMkLst>
        </pc:picChg>
      </pc:sldChg>
      <pc:sldChg chg="del">
        <pc:chgData name="Agustin Salazar" userId="2713ac6653f5e3c0" providerId="LiveId" clId="{FE70971A-EDA9-4F18-9C73-81FF2FD44A3E}" dt="2020-12-09T18:53:49.567" v="10" actId="47"/>
        <pc:sldMkLst>
          <pc:docMk/>
          <pc:sldMk cId="3959875057" sldId="513"/>
        </pc:sldMkLst>
      </pc:sldChg>
      <pc:sldChg chg="del">
        <pc:chgData name="Agustin Salazar" userId="2713ac6653f5e3c0" providerId="LiveId" clId="{FE70971A-EDA9-4F18-9C73-81FF2FD44A3E}" dt="2020-12-09T18:53:49.696" v="13" actId="47"/>
        <pc:sldMkLst>
          <pc:docMk/>
          <pc:sldMk cId="170600697" sldId="514"/>
        </pc:sldMkLst>
      </pc:sldChg>
      <pc:sldChg chg="modSp add mod ord">
        <pc:chgData name="Agustin Salazar" userId="2713ac6653f5e3c0" providerId="LiveId" clId="{FE70971A-EDA9-4F18-9C73-81FF2FD44A3E}" dt="2020-12-09T19:09:17.518" v="338" actId="1076"/>
        <pc:sldMkLst>
          <pc:docMk/>
          <pc:sldMk cId="2321222084" sldId="514"/>
        </pc:sldMkLst>
        <pc:spChg chg="mod">
          <ac:chgData name="Agustin Salazar" userId="2713ac6653f5e3c0" providerId="LiveId" clId="{FE70971A-EDA9-4F18-9C73-81FF2FD44A3E}" dt="2020-12-09T19:09:17.518" v="338" actId="1076"/>
          <ac:spMkLst>
            <pc:docMk/>
            <pc:sldMk cId="2321222084" sldId="514"/>
            <ac:spMk id="6" creationId="{5E4FA5A5-1B73-4DAE-B258-59D3239D0965}"/>
          </ac:spMkLst>
        </pc:spChg>
      </pc:sldChg>
      <pc:sldChg chg="del">
        <pc:chgData name="Agustin Salazar" userId="2713ac6653f5e3c0" providerId="LiveId" clId="{FE70971A-EDA9-4F18-9C73-81FF2FD44A3E}" dt="2020-12-09T18:53:49.868" v="15" actId="47"/>
        <pc:sldMkLst>
          <pc:docMk/>
          <pc:sldMk cId="1134955840" sldId="515"/>
        </pc:sldMkLst>
      </pc:sldChg>
      <pc:sldChg chg="add">
        <pc:chgData name="Agustin Salazar" userId="2713ac6653f5e3c0" providerId="LiveId" clId="{FE70971A-EDA9-4F18-9C73-81FF2FD44A3E}" dt="2020-12-09T19:05:07.543" v="280"/>
        <pc:sldMkLst>
          <pc:docMk/>
          <pc:sldMk cId="4190344505" sldId="515"/>
        </pc:sldMkLst>
      </pc:sldChg>
      <pc:sldChg chg="addSp delSp modSp add mod">
        <pc:chgData name="Agustin Salazar" userId="2713ac6653f5e3c0" providerId="LiveId" clId="{FE70971A-EDA9-4F18-9C73-81FF2FD44A3E}" dt="2020-12-09T20:25:51.834" v="490" actId="1076"/>
        <pc:sldMkLst>
          <pc:docMk/>
          <pc:sldMk cId="2293531944" sldId="516"/>
        </pc:sldMkLst>
        <pc:spChg chg="add mod ord">
          <ac:chgData name="Agustin Salazar" userId="2713ac6653f5e3c0" providerId="LiveId" clId="{FE70971A-EDA9-4F18-9C73-81FF2FD44A3E}" dt="2020-12-09T20:25:07.595" v="483" actId="1076"/>
          <ac:spMkLst>
            <pc:docMk/>
            <pc:sldMk cId="2293531944" sldId="516"/>
            <ac:spMk id="8" creationId="{F947EB6E-D323-47A8-A95A-7D43C224AAE4}"/>
          </ac:spMkLst>
        </pc:spChg>
        <pc:spChg chg="add mod">
          <ac:chgData name="Agustin Salazar" userId="2713ac6653f5e3c0" providerId="LiveId" clId="{FE70971A-EDA9-4F18-9C73-81FF2FD44A3E}" dt="2020-12-09T19:20:39.856" v="473" actId="1076"/>
          <ac:spMkLst>
            <pc:docMk/>
            <pc:sldMk cId="2293531944" sldId="516"/>
            <ac:spMk id="9" creationId="{249EE10F-8F9E-41BF-96D7-95132F3E1264}"/>
          </ac:spMkLst>
        </pc:spChg>
        <pc:spChg chg="add mod">
          <ac:chgData name="Agustin Salazar" userId="2713ac6653f5e3c0" providerId="LiveId" clId="{FE70971A-EDA9-4F18-9C73-81FF2FD44A3E}" dt="2020-12-09T19:18:45.896" v="470" actId="1076"/>
          <ac:spMkLst>
            <pc:docMk/>
            <pc:sldMk cId="2293531944" sldId="516"/>
            <ac:spMk id="10" creationId="{B59AF82E-4A90-4962-8CBA-69BF70FC40BE}"/>
          </ac:spMkLst>
        </pc:spChg>
        <pc:spChg chg="add del mod">
          <ac:chgData name="Agustin Salazar" userId="2713ac6653f5e3c0" providerId="LiveId" clId="{FE70971A-EDA9-4F18-9C73-81FF2FD44A3E}" dt="2020-12-09T20:25:01.782" v="481"/>
          <ac:spMkLst>
            <pc:docMk/>
            <pc:sldMk cId="2293531944" sldId="516"/>
            <ac:spMk id="11" creationId="{C324013A-93F6-4EBA-B84A-E5B178204EBE}"/>
          </ac:spMkLst>
        </pc:spChg>
        <pc:spChg chg="add mod">
          <ac:chgData name="Agustin Salazar" userId="2713ac6653f5e3c0" providerId="LiveId" clId="{FE70971A-EDA9-4F18-9C73-81FF2FD44A3E}" dt="2020-12-09T20:25:51.834" v="490" actId="1076"/>
          <ac:spMkLst>
            <pc:docMk/>
            <pc:sldMk cId="2293531944" sldId="516"/>
            <ac:spMk id="12" creationId="{F4CA53A6-0DCF-4F00-B91B-DB708B57AF8D}"/>
          </ac:spMkLst>
        </pc:spChg>
        <pc:picChg chg="add mod">
          <ac:chgData name="Agustin Salazar" userId="2713ac6653f5e3c0" providerId="LiveId" clId="{FE70971A-EDA9-4F18-9C73-81FF2FD44A3E}" dt="2020-12-09T19:06:47.304" v="296" actId="14100"/>
          <ac:picMkLst>
            <pc:docMk/>
            <pc:sldMk cId="2293531944" sldId="516"/>
            <ac:picMk id="3" creationId="{29ECB51E-4711-4AFB-B5FB-548AD8118DDA}"/>
          </ac:picMkLst>
        </pc:picChg>
        <pc:picChg chg="add mod">
          <ac:chgData name="Agustin Salazar" userId="2713ac6653f5e3c0" providerId="LiveId" clId="{FE70971A-EDA9-4F18-9C73-81FF2FD44A3E}" dt="2020-12-09T20:25:44.204" v="488" actId="1076"/>
          <ac:picMkLst>
            <pc:docMk/>
            <pc:sldMk cId="2293531944" sldId="516"/>
            <ac:picMk id="6" creationId="{276456DE-9EE0-43DC-9555-D462D6775D07}"/>
          </ac:picMkLst>
        </pc:picChg>
        <pc:picChg chg="del mod">
          <ac:chgData name="Agustin Salazar" userId="2713ac6653f5e3c0" providerId="LiveId" clId="{FE70971A-EDA9-4F18-9C73-81FF2FD44A3E}" dt="2020-12-09T19:06:11.427" v="292" actId="478"/>
          <ac:picMkLst>
            <pc:docMk/>
            <pc:sldMk cId="2293531944" sldId="516"/>
            <ac:picMk id="9" creationId="{26752ABE-45F5-477E-8BA2-EAE86787B5DC}"/>
          </ac:picMkLst>
        </pc:picChg>
      </pc:sldChg>
      <pc:sldChg chg="del">
        <pc:chgData name="Agustin Salazar" userId="2713ac6653f5e3c0" providerId="LiveId" clId="{FE70971A-EDA9-4F18-9C73-81FF2FD44A3E}" dt="2020-12-09T18:53:49.733" v="14" actId="47"/>
        <pc:sldMkLst>
          <pc:docMk/>
          <pc:sldMk cId="3039669712" sldId="516"/>
        </pc:sldMkLst>
      </pc:sldChg>
      <pc:sldChg chg="addSp delSp modSp add mod">
        <pc:chgData name="Agustin Salazar" userId="2713ac6653f5e3c0" providerId="LiveId" clId="{FE70971A-EDA9-4F18-9C73-81FF2FD44A3E}" dt="2020-12-09T19:13:05.498" v="400" actId="20577"/>
        <pc:sldMkLst>
          <pc:docMk/>
          <pc:sldMk cId="1779435548" sldId="517"/>
        </pc:sldMkLst>
        <pc:spChg chg="mod">
          <ac:chgData name="Agustin Salazar" userId="2713ac6653f5e3c0" providerId="LiveId" clId="{FE70971A-EDA9-4F18-9C73-81FF2FD44A3E}" dt="2020-12-09T19:13:05.498" v="400" actId="20577"/>
          <ac:spMkLst>
            <pc:docMk/>
            <pc:sldMk cId="1779435548" sldId="517"/>
            <ac:spMk id="7" creationId="{93D479EB-2AC5-460F-B2D7-5EF189D6D862}"/>
          </ac:spMkLst>
        </pc:spChg>
        <pc:picChg chg="add mod">
          <ac:chgData name="Agustin Salazar" userId="2713ac6653f5e3c0" providerId="LiveId" clId="{FE70971A-EDA9-4F18-9C73-81FF2FD44A3E}" dt="2020-12-09T19:12:54.866" v="362" actId="1076"/>
          <ac:picMkLst>
            <pc:docMk/>
            <pc:sldMk cId="1779435548" sldId="517"/>
            <ac:picMk id="3" creationId="{1279A0A8-59E4-4F31-9AB4-AFCE5611D689}"/>
          </ac:picMkLst>
        </pc:picChg>
        <pc:picChg chg="del">
          <ac:chgData name="Agustin Salazar" userId="2713ac6653f5e3c0" providerId="LiveId" clId="{FE70971A-EDA9-4F18-9C73-81FF2FD44A3E}" dt="2020-12-09T19:12:04.762" v="357" actId="478"/>
          <ac:picMkLst>
            <pc:docMk/>
            <pc:sldMk cId="1779435548" sldId="517"/>
            <ac:picMk id="9" creationId="{26752ABE-45F5-477E-8BA2-EAE86787B5DC}"/>
          </ac:picMkLst>
        </pc:picChg>
      </pc:sldChg>
      <pc:sldChg chg="del">
        <pc:chgData name="Agustin Salazar" userId="2713ac6653f5e3c0" providerId="LiveId" clId="{FE70971A-EDA9-4F18-9C73-81FF2FD44A3E}" dt="2020-12-09T18:53:49.312" v="4" actId="47"/>
        <pc:sldMkLst>
          <pc:docMk/>
          <pc:sldMk cId="3066812462" sldId="517"/>
        </pc:sldMkLst>
      </pc:sldChg>
      <pc:sldChg chg="del">
        <pc:chgData name="Agustin Salazar" userId="2713ac6653f5e3c0" providerId="LiveId" clId="{FE70971A-EDA9-4F18-9C73-81FF2FD44A3E}" dt="2020-12-09T18:53:49.350" v="5" actId="47"/>
        <pc:sldMkLst>
          <pc:docMk/>
          <pc:sldMk cId="20582142" sldId="518"/>
        </pc:sldMkLst>
      </pc:sldChg>
      <pc:sldChg chg="modSp add mod">
        <pc:chgData name="Agustin Salazar" userId="2713ac6653f5e3c0" providerId="LiveId" clId="{FE70971A-EDA9-4F18-9C73-81FF2FD44A3E}" dt="2020-12-09T19:09:29.963" v="345" actId="20577"/>
        <pc:sldMkLst>
          <pc:docMk/>
          <pc:sldMk cId="2154298692" sldId="518"/>
        </pc:sldMkLst>
        <pc:spChg chg="mod">
          <ac:chgData name="Agustin Salazar" userId="2713ac6653f5e3c0" providerId="LiveId" clId="{FE70971A-EDA9-4F18-9C73-81FF2FD44A3E}" dt="2020-12-09T19:09:29.963" v="345" actId="20577"/>
          <ac:spMkLst>
            <pc:docMk/>
            <pc:sldMk cId="2154298692" sldId="518"/>
            <ac:spMk id="6" creationId="{5E4FA5A5-1B73-4DAE-B258-59D3239D0965}"/>
          </ac:spMkLst>
        </pc:spChg>
      </pc:sldChg>
      <pc:sldChg chg="del">
        <pc:chgData name="Agustin Salazar" userId="2713ac6653f5e3c0" providerId="LiveId" clId="{FE70971A-EDA9-4F18-9C73-81FF2FD44A3E}" dt="2020-12-09T18:53:49.398" v="6" actId="47"/>
        <pc:sldMkLst>
          <pc:docMk/>
          <pc:sldMk cId="1598875730" sldId="519"/>
        </pc:sldMkLst>
      </pc:sldChg>
      <pc:sldChg chg="addSp modSp add mod">
        <pc:chgData name="Agustin Salazar" userId="2713ac6653f5e3c0" providerId="LiveId" clId="{FE70971A-EDA9-4F18-9C73-81FF2FD44A3E}" dt="2020-12-09T19:15:22.175" v="420" actId="1076"/>
        <pc:sldMkLst>
          <pc:docMk/>
          <pc:sldMk cId="3596182678" sldId="519"/>
        </pc:sldMkLst>
        <pc:picChg chg="add mod modCrop">
          <ac:chgData name="Agustin Salazar" userId="2713ac6653f5e3c0" providerId="LiveId" clId="{FE70971A-EDA9-4F18-9C73-81FF2FD44A3E}" dt="2020-12-09T19:15:22.175" v="420" actId="1076"/>
          <ac:picMkLst>
            <pc:docMk/>
            <pc:sldMk cId="3596182678" sldId="519"/>
            <ac:picMk id="3" creationId="{0FA21BFC-9632-4030-B38A-3933AF7BBA26}"/>
          </ac:picMkLst>
        </pc:picChg>
      </pc:sldChg>
      <pc:sldChg chg="addSp modSp add mod">
        <pc:chgData name="Agustin Salazar" userId="2713ac6653f5e3c0" providerId="LiveId" clId="{FE70971A-EDA9-4F18-9C73-81FF2FD44A3E}" dt="2020-12-09T19:15:57.317" v="427" actId="14100"/>
        <pc:sldMkLst>
          <pc:docMk/>
          <pc:sldMk cId="2383996466" sldId="520"/>
        </pc:sldMkLst>
        <pc:picChg chg="add mod">
          <ac:chgData name="Agustin Salazar" userId="2713ac6653f5e3c0" providerId="LiveId" clId="{FE70971A-EDA9-4F18-9C73-81FF2FD44A3E}" dt="2020-12-09T19:15:57.317" v="427" actId="14100"/>
          <ac:picMkLst>
            <pc:docMk/>
            <pc:sldMk cId="2383996466" sldId="520"/>
            <ac:picMk id="3" creationId="{F9598C89-D529-441F-8043-42A9CF05428E}"/>
          </ac:picMkLst>
        </pc:picChg>
      </pc:sldChg>
      <pc:sldChg chg="del">
        <pc:chgData name="Agustin Salazar" userId="2713ac6653f5e3c0" providerId="LiveId" clId="{FE70971A-EDA9-4F18-9C73-81FF2FD44A3E}" dt="2020-12-09T18:53:49.967" v="16" actId="47"/>
        <pc:sldMkLst>
          <pc:docMk/>
          <pc:sldMk cId="3734622914" sldId="520"/>
        </pc:sldMkLst>
      </pc:sldChg>
      <pc:sldChg chg="addSp delSp modSp add mod">
        <pc:chgData name="Agustin Salazar" userId="2713ac6653f5e3c0" providerId="LiveId" clId="{FE70971A-EDA9-4F18-9C73-81FF2FD44A3E}" dt="2020-12-09T19:23:12.993" v="476" actId="478"/>
        <pc:sldMkLst>
          <pc:docMk/>
          <pc:sldMk cId="1646276812" sldId="521"/>
        </pc:sldMkLst>
        <pc:spChg chg="add mod">
          <ac:chgData name="Agustin Salazar" userId="2713ac6653f5e3c0" providerId="LiveId" clId="{FE70971A-EDA9-4F18-9C73-81FF2FD44A3E}" dt="2020-12-09T19:23:09.888" v="475" actId="1076"/>
          <ac:spMkLst>
            <pc:docMk/>
            <pc:sldMk cId="1646276812" sldId="521"/>
            <ac:spMk id="6" creationId="{E45283DD-BC78-4C9A-9451-83EF48F188A8}"/>
          </ac:spMkLst>
        </pc:spChg>
        <pc:picChg chg="add del mod">
          <ac:chgData name="Agustin Salazar" userId="2713ac6653f5e3c0" providerId="LiveId" clId="{FE70971A-EDA9-4F18-9C73-81FF2FD44A3E}" dt="2020-12-09T19:23:12.993" v="476" actId="478"/>
          <ac:picMkLst>
            <pc:docMk/>
            <pc:sldMk cId="1646276812" sldId="521"/>
            <ac:picMk id="3" creationId="{948D47E9-B042-456C-9148-931D3F473F76}"/>
          </ac:picMkLst>
        </pc:picChg>
      </pc:sldChg>
      <pc:sldChg chg="add del">
        <pc:chgData name="Agustin Salazar" userId="2713ac6653f5e3c0" providerId="LiveId" clId="{FE70971A-EDA9-4F18-9C73-81FF2FD44A3E}" dt="2020-12-09T19:19:30.868" v="471" actId="47"/>
        <pc:sldMkLst>
          <pc:docMk/>
          <pc:sldMk cId="1087682449" sldId="522"/>
        </pc:sldMkLst>
      </pc:sldChg>
      <pc:sldChg chg="addSp modSp add del">
        <pc:chgData name="Agustin Salazar" userId="2713ac6653f5e3c0" providerId="LiveId" clId="{FE70971A-EDA9-4F18-9C73-81FF2FD44A3E}" dt="2020-12-09T19:19:31.652" v="472" actId="47"/>
        <pc:sldMkLst>
          <pc:docMk/>
          <pc:sldMk cId="1201929668" sldId="523"/>
        </pc:sldMkLst>
        <pc:spChg chg="add mod">
          <ac:chgData name="Agustin Salazar" userId="2713ac6653f5e3c0" providerId="LiveId" clId="{FE70971A-EDA9-4F18-9C73-81FF2FD44A3E}" dt="2020-12-09T19:17:13.221" v="452"/>
          <ac:spMkLst>
            <pc:docMk/>
            <pc:sldMk cId="1201929668" sldId="523"/>
            <ac:spMk id="6" creationId="{524BCB88-436A-46AE-B11B-ABD00343F751}"/>
          </ac:spMkLst>
        </pc:spChg>
      </pc:sldChg>
      <pc:sldChg chg="addSp delSp modSp add mod">
        <pc:chgData name="Agustin Salazar" userId="2713ac6653f5e3c0" providerId="LiveId" clId="{FE70971A-EDA9-4F18-9C73-81FF2FD44A3E}" dt="2020-12-09T19:17:55.475" v="461" actId="1076"/>
        <pc:sldMkLst>
          <pc:docMk/>
          <pc:sldMk cId="594305856" sldId="524"/>
        </pc:sldMkLst>
        <pc:spChg chg="add mod">
          <ac:chgData name="Agustin Salazar" userId="2713ac6653f5e3c0" providerId="LiveId" clId="{FE70971A-EDA9-4F18-9C73-81FF2FD44A3E}" dt="2020-12-09T19:17:39.421" v="458"/>
          <ac:spMkLst>
            <pc:docMk/>
            <pc:sldMk cId="594305856" sldId="524"/>
            <ac:spMk id="6" creationId="{C7CEB906-EAE7-496A-A0AF-E33786413215}"/>
          </ac:spMkLst>
        </pc:spChg>
        <pc:picChg chg="add mod">
          <ac:chgData name="Agustin Salazar" userId="2713ac6653f5e3c0" providerId="LiveId" clId="{FE70971A-EDA9-4F18-9C73-81FF2FD44A3E}" dt="2020-12-09T19:17:55.475" v="461" actId="1076"/>
          <ac:picMkLst>
            <pc:docMk/>
            <pc:sldMk cId="594305856" sldId="524"/>
            <ac:picMk id="3" creationId="{D27361BA-2FEF-4439-9150-6014B8007CB8}"/>
          </ac:picMkLst>
        </pc:picChg>
        <pc:picChg chg="del mod">
          <ac:chgData name="Agustin Salazar" userId="2713ac6653f5e3c0" providerId="LiveId" clId="{FE70971A-EDA9-4F18-9C73-81FF2FD44A3E}" dt="2020-12-09T19:17:33.161" v="457" actId="478"/>
          <ac:picMkLst>
            <pc:docMk/>
            <pc:sldMk cId="594305856" sldId="524"/>
            <ac:picMk id="5" creationId="{FA7F197F-38F7-4AF3-ABDF-2ED57EF77821}"/>
          </ac:picMkLst>
        </pc:picChg>
      </pc:sldChg>
      <pc:sldChg chg="modSp mod">
        <pc:chgData name="Agustin Salazar" userId="2713ac6653f5e3c0" providerId="LiveId" clId="{FE70971A-EDA9-4F18-9C73-81FF2FD44A3E}" dt="2020-12-09T20:08:31.348" v="477" actId="1076"/>
        <pc:sldMkLst>
          <pc:docMk/>
          <pc:sldMk cId="129944802" sldId="526"/>
        </pc:sldMkLst>
        <pc:picChg chg="mod">
          <ac:chgData name="Agustin Salazar" userId="2713ac6653f5e3c0" providerId="LiveId" clId="{FE70971A-EDA9-4F18-9C73-81FF2FD44A3E}" dt="2020-12-09T20:08:31.348" v="477" actId="1076"/>
          <ac:picMkLst>
            <pc:docMk/>
            <pc:sldMk cId="129944802" sldId="526"/>
            <ac:picMk id="3" creationId="{73BC34FD-7897-4A66-8E2F-9CBD03DA9341}"/>
          </ac:picMkLst>
        </pc:picChg>
      </pc:sldChg>
      <pc:sldChg chg="del">
        <pc:chgData name="Agustin Salazar" userId="2713ac6653f5e3c0" providerId="LiveId" clId="{FE70971A-EDA9-4F18-9C73-81FF2FD44A3E}" dt="2020-12-09T18:53:49.001" v="2" actId="47"/>
        <pc:sldMkLst>
          <pc:docMk/>
          <pc:sldMk cId="216916115" sldId="526"/>
        </pc:sldMkLst>
      </pc:sldChg>
      <pc:sldChg chg="del">
        <pc:chgData name="Agustin Salazar" userId="2713ac6653f5e3c0" providerId="LiveId" clId="{FE70971A-EDA9-4F18-9C73-81FF2FD44A3E}" dt="2020-12-09T18:53:49.434" v="7" actId="47"/>
        <pc:sldMkLst>
          <pc:docMk/>
          <pc:sldMk cId="2385826592" sldId="527"/>
        </pc:sldMkLst>
      </pc:sldChg>
      <pc:sldChg chg="del">
        <pc:chgData name="Agustin Salazar" userId="2713ac6653f5e3c0" providerId="LiveId" clId="{FE70971A-EDA9-4F18-9C73-81FF2FD44A3E}" dt="2020-12-09T18:53:49.463" v="8" actId="47"/>
        <pc:sldMkLst>
          <pc:docMk/>
          <pc:sldMk cId="2913285015" sldId="528"/>
        </pc:sldMkLst>
      </pc:sldChg>
      <pc:sldChg chg="del">
        <pc:chgData name="Agustin Salazar" userId="2713ac6653f5e3c0" providerId="LiveId" clId="{FE70971A-EDA9-4F18-9C73-81FF2FD44A3E}" dt="2020-12-09T18:53:49.534" v="9" actId="47"/>
        <pc:sldMkLst>
          <pc:docMk/>
          <pc:sldMk cId="3296029259" sldId="529"/>
        </pc:sldMkLst>
      </pc:sldChg>
      <pc:sldChg chg="del">
        <pc:chgData name="Agustin Salazar" userId="2713ac6653f5e3c0" providerId="LiveId" clId="{FE70971A-EDA9-4F18-9C73-81FF2FD44A3E}" dt="2020-12-09T18:53:49.614" v="11" actId="47"/>
        <pc:sldMkLst>
          <pc:docMk/>
          <pc:sldMk cId="4107465856" sldId="531"/>
        </pc:sldMkLst>
      </pc:sldChg>
      <pc:sldChg chg="del">
        <pc:chgData name="Agustin Salazar" userId="2713ac6653f5e3c0" providerId="LiveId" clId="{FE70971A-EDA9-4F18-9C73-81FF2FD44A3E}" dt="2020-12-09T18:53:49.658" v="12" actId="47"/>
        <pc:sldMkLst>
          <pc:docMk/>
          <pc:sldMk cId="614577797" sldId="532"/>
        </pc:sldMkLst>
      </pc:sldChg>
      <pc:sldChg chg="del">
        <pc:chgData name="Agustin Salazar" userId="2713ac6653f5e3c0" providerId="LiveId" clId="{FE70971A-EDA9-4F18-9C73-81FF2FD44A3E}" dt="2020-12-09T18:53:50.007" v="17" actId="47"/>
        <pc:sldMkLst>
          <pc:docMk/>
          <pc:sldMk cId="2253222888" sldId="533"/>
        </pc:sldMkLst>
      </pc:sldChg>
    </pc:docChg>
  </pc:docChgLst>
  <pc:docChgLst>
    <pc:chgData name="Agustin Salazar" userId="2713ac6653f5e3c0" providerId="LiveId" clId="{4092C9CD-2AB0-4B5D-8719-B35BB206A2D1}"/>
    <pc:docChg chg="undo custSel addSld delSld modSld sldOrd">
      <pc:chgData name="Agustin Salazar" userId="2713ac6653f5e3c0" providerId="LiveId" clId="{4092C9CD-2AB0-4B5D-8719-B35BB206A2D1}" dt="2020-11-25T23:20:49.036" v="1810" actId="47"/>
      <pc:docMkLst>
        <pc:docMk/>
      </pc:docMkLst>
      <pc:sldChg chg="addSp modSp mod">
        <pc:chgData name="Agustin Salazar" userId="2713ac6653f5e3c0" providerId="LiveId" clId="{4092C9CD-2AB0-4B5D-8719-B35BB206A2D1}" dt="2020-11-25T20:50:26.499" v="90" actId="121"/>
        <pc:sldMkLst>
          <pc:docMk/>
          <pc:sldMk cId="1035560949" sldId="493"/>
        </pc:sldMkLst>
        <pc:spChg chg="mod">
          <ac:chgData name="Agustin Salazar" userId="2713ac6653f5e3c0" providerId="LiveId" clId="{4092C9CD-2AB0-4B5D-8719-B35BB206A2D1}" dt="2020-11-25T20:50:11.310" v="85" actId="403"/>
          <ac:spMkLst>
            <pc:docMk/>
            <pc:sldMk cId="1035560949" sldId="493"/>
            <ac:spMk id="5" creationId="{00000000-0000-0000-0000-000000000000}"/>
          </ac:spMkLst>
        </pc:spChg>
        <pc:spChg chg="mod">
          <ac:chgData name="Agustin Salazar" userId="2713ac6653f5e3c0" providerId="LiveId" clId="{4092C9CD-2AB0-4B5D-8719-B35BB206A2D1}" dt="2020-11-25T20:49:46.129" v="81" actId="20577"/>
          <ac:spMkLst>
            <pc:docMk/>
            <pc:sldMk cId="1035560949" sldId="493"/>
            <ac:spMk id="8" creationId="{00000000-0000-0000-0000-000000000000}"/>
          </ac:spMkLst>
        </pc:spChg>
        <pc:spChg chg="mod">
          <ac:chgData name="Agustin Salazar" userId="2713ac6653f5e3c0" providerId="LiveId" clId="{4092C9CD-2AB0-4B5D-8719-B35BB206A2D1}" dt="2020-11-25T20:50:26.499" v="90" actId="121"/>
          <ac:spMkLst>
            <pc:docMk/>
            <pc:sldMk cId="1035560949" sldId="493"/>
            <ac:spMk id="9" creationId="{00000000-0000-0000-0000-000000000000}"/>
          </ac:spMkLst>
        </pc:spChg>
        <pc:spChg chg="add mod">
          <ac:chgData name="Agustin Salazar" userId="2713ac6653f5e3c0" providerId="LiveId" clId="{4092C9CD-2AB0-4B5D-8719-B35BB206A2D1}" dt="2020-11-25T20:49:36.972" v="70"/>
          <ac:spMkLst>
            <pc:docMk/>
            <pc:sldMk cId="1035560949" sldId="493"/>
            <ac:spMk id="10" creationId="{7AEEAA04-DDE0-4BB4-96F3-5EC75F012046}"/>
          </ac:spMkLst>
        </pc:spChg>
      </pc:sldChg>
      <pc:sldChg chg="addSp delSp modSp mod">
        <pc:chgData name="Agustin Salazar" userId="2713ac6653f5e3c0" providerId="LiveId" clId="{4092C9CD-2AB0-4B5D-8719-B35BB206A2D1}" dt="2020-11-25T20:51:50.459" v="116" actId="20577"/>
        <pc:sldMkLst>
          <pc:docMk/>
          <pc:sldMk cId="1326823947" sldId="495"/>
        </pc:sldMkLst>
        <pc:spChg chg="del">
          <ac:chgData name="Agustin Salazar" userId="2713ac6653f5e3c0" providerId="LiveId" clId="{4092C9CD-2AB0-4B5D-8719-B35BB206A2D1}" dt="2020-11-25T20:50:55.561" v="98" actId="478"/>
          <ac:spMkLst>
            <pc:docMk/>
            <pc:sldMk cId="1326823947" sldId="495"/>
            <ac:spMk id="2" creationId="{00000000-0000-0000-0000-000000000000}"/>
          </ac:spMkLst>
        </pc:spChg>
        <pc:spChg chg="del">
          <ac:chgData name="Agustin Salazar" userId="2713ac6653f5e3c0" providerId="LiveId" clId="{4092C9CD-2AB0-4B5D-8719-B35BB206A2D1}" dt="2020-11-25T20:50:52.326" v="97" actId="478"/>
          <ac:spMkLst>
            <pc:docMk/>
            <pc:sldMk cId="1326823947" sldId="495"/>
            <ac:spMk id="3" creationId="{00000000-0000-0000-0000-000000000000}"/>
          </ac:spMkLst>
        </pc:spChg>
        <pc:spChg chg="add mod">
          <ac:chgData name="Agustin Salazar" userId="2713ac6653f5e3c0" providerId="LiveId" clId="{4092C9CD-2AB0-4B5D-8719-B35BB206A2D1}" dt="2020-11-25T20:51:50.459" v="116" actId="20577"/>
          <ac:spMkLst>
            <pc:docMk/>
            <pc:sldMk cId="1326823947" sldId="495"/>
            <ac:spMk id="8" creationId="{F142FECB-48EE-4157-B708-A6B8E05CC3DD}"/>
          </ac:spMkLst>
        </pc:spChg>
      </pc:sldChg>
      <pc:sldChg chg="del">
        <pc:chgData name="Agustin Salazar" userId="2713ac6653f5e3c0" providerId="LiveId" clId="{4092C9CD-2AB0-4B5D-8719-B35BB206A2D1}" dt="2020-11-25T20:50:43.885" v="92" actId="47"/>
        <pc:sldMkLst>
          <pc:docMk/>
          <pc:sldMk cId="1045999657" sldId="496"/>
        </pc:sldMkLst>
      </pc:sldChg>
      <pc:sldChg chg="del">
        <pc:chgData name="Agustin Salazar" userId="2713ac6653f5e3c0" providerId="LiveId" clId="{4092C9CD-2AB0-4B5D-8719-B35BB206A2D1}" dt="2020-11-25T20:50:44.712" v="93" actId="47"/>
        <pc:sldMkLst>
          <pc:docMk/>
          <pc:sldMk cId="3470726871" sldId="497"/>
        </pc:sldMkLst>
      </pc:sldChg>
      <pc:sldChg chg="del">
        <pc:chgData name="Agustin Salazar" userId="2713ac6653f5e3c0" providerId="LiveId" clId="{4092C9CD-2AB0-4B5D-8719-B35BB206A2D1}" dt="2020-11-25T20:50:45.400" v="94" actId="47"/>
        <pc:sldMkLst>
          <pc:docMk/>
          <pc:sldMk cId="3780802281" sldId="498"/>
        </pc:sldMkLst>
      </pc:sldChg>
      <pc:sldChg chg="del">
        <pc:chgData name="Agustin Salazar" userId="2713ac6653f5e3c0" providerId="LiveId" clId="{4092C9CD-2AB0-4B5D-8719-B35BB206A2D1}" dt="2020-11-25T20:50:43.019" v="91" actId="47"/>
        <pc:sldMkLst>
          <pc:docMk/>
          <pc:sldMk cId="889788449" sldId="499"/>
        </pc:sldMkLst>
      </pc:sldChg>
      <pc:sldChg chg="del">
        <pc:chgData name="Agustin Salazar" userId="2713ac6653f5e3c0" providerId="LiveId" clId="{4092C9CD-2AB0-4B5D-8719-B35BB206A2D1}" dt="2020-11-25T20:50:45.844" v="95" actId="47"/>
        <pc:sldMkLst>
          <pc:docMk/>
          <pc:sldMk cId="583049274" sldId="500"/>
        </pc:sldMkLst>
      </pc:sldChg>
      <pc:sldChg chg="add">
        <pc:chgData name="Agustin Salazar" userId="2713ac6653f5e3c0" providerId="LiveId" clId="{4092C9CD-2AB0-4B5D-8719-B35BB206A2D1}" dt="2020-11-25T20:51:13.002" v="103"/>
        <pc:sldMkLst>
          <pc:docMk/>
          <pc:sldMk cId="3755925242" sldId="503"/>
        </pc:sldMkLst>
      </pc:sldChg>
      <pc:sldChg chg="del">
        <pc:chgData name="Agustin Salazar" userId="2713ac6653f5e3c0" providerId="LiveId" clId="{4092C9CD-2AB0-4B5D-8719-B35BB206A2D1}" dt="2020-11-25T20:50:46.412" v="96" actId="47"/>
        <pc:sldMkLst>
          <pc:docMk/>
          <pc:sldMk cId="2107825316" sldId="504"/>
        </pc:sldMkLst>
      </pc:sldChg>
      <pc:sldChg chg="addSp modSp add mod setBg">
        <pc:chgData name="Agustin Salazar" userId="2713ac6653f5e3c0" providerId="LiveId" clId="{4092C9CD-2AB0-4B5D-8719-B35BB206A2D1}" dt="2020-11-25T20:54:07.672" v="142" actId="1076"/>
        <pc:sldMkLst>
          <pc:docMk/>
          <pc:sldMk cId="2631047281" sldId="504"/>
        </pc:sldMkLst>
        <pc:spChg chg="add mod">
          <ac:chgData name="Agustin Salazar" userId="2713ac6653f5e3c0" providerId="LiveId" clId="{4092C9CD-2AB0-4B5D-8719-B35BB206A2D1}" dt="2020-11-25T20:54:07.672" v="142" actId="1076"/>
          <ac:spMkLst>
            <pc:docMk/>
            <pc:sldMk cId="2631047281" sldId="504"/>
            <ac:spMk id="6" creationId="{91D38FA3-8C82-447F-9E67-ADBAD324FDE6}"/>
          </ac:spMkLst>
        </pc:spChg>
      </pc:sldChg>
      <pc:sldChg chg="addSp delSp modSp add mod setBg">
        <pc:chgData name="Agustin Salazar" userId="2713ac6653f5e3c0" providerId="LiveId" clId="{4092C9CD-2AB0-4B5D-8719-B35BB206A2D1}" dt="2020-11-25T23:19:59.742" v="1804" actId="403"/>
        <pc:sldMkLst>
          <pc:docMk/>
          <pc:sldMk cId="546061096" sldId="505"/>
        </pc:sldMkLst>
        <pc:spChg chg="add mod">
          <ac:chgData name="Agustin Salazar" userId="2713ac6653f5e3c0" providerId="LiveId" clId="{4092C9CD-2AB0-4B5D-8719-B35BB206A2D1}" dt="2020-11-25T23:19:59.742" v="1804" actId="403"/>
          <ac:spMkLst>
            <pc:docMk/>
            <pc:sldMk cId="546061096" sldId="505"/>
            <ac:spMk id="8" creationId="{FBF0C81C-587F-45E3-B732-3C6EDD02D5EB}"/>
          </ac:spMkLst>
        </pc:spChg>
        <pc:picChg chg="add del">
          <ac:chgData name="Agustin Salazar" userId="2713ac6653f5e3c0" providerId="LiveId" clId="{4092C9CD-2AB0-4B5D-8719-B35BB206A2D1}" dt="2020-11-25T20:54:02.964" v="141" actId="21"/>
          <ac:picMkLst>
            <pc:docMk/>
            <pc:sldMk cId="546061096" sldId="505"/>
            <ac:picMk id="3" creationId="{69FB48DF-5D8F-4159-AB41-02CEAD51988E}"/>
          </ac:picMkLst>
        </pc:picChg>
      </pc:sldChg>
      <pc:sldChg chg="del">
        <pc:chgData name="Agustin Salazar" userId="2713ac6653f5e3c0" providerId="LiveId" clId="{4092C9CD-2AB0-4B5D-8719-B35BB206A2D1}" dt="2020-11-25T20:50:59.433" v="99" actId="47"/>
        <pc:sldMkLst>
          <pc:docMk/>
          <pc:sldMk cId="2625336163" sldId="505"/>
        </pc:sldMkLst>
      </pc:sldChg>
      <pc:sldChg chg="del">
        <pc:chgData name="Agustin Salazar" userId="2713ac6653f5e3c0" providerId="LiveId" clId="{4092C9CD-2AB0-4B5D-8719-B35BB206A2D1}" dt="2020-11-25T20:51:00.030" v="100" actId="47"/>
        <pc:sldMkLst>
          <pc:docMk/>
          <pc:sldMk cId="2071960793" sldId="506"/>
        </pc:sldMkLst>
      </pc:sldChg>
      <pc:sldChg chg="addSp modSp add mod ord setBg">
        <pc:chgData name="Agustin Salazar" userId="2713ac6653f5e3c0" providerId="LiveId" clId="{4092C9CD-2AB0-4B5D-8719-B35BB206A2D1}" dt="2020-11-25T20:53:28.297" v="139" actId="1076"/>
        <pc:sldMkLst>
          <pc:docMk/>
          <pc:sldMk cId="2512439783" sldId="506"/>
        </pc:sldMkLst>
        <pc:picChg chg="add mod">
          <ac:chgData name="Agustin Salazar" userId="2713ac6653f5e3c0" providerId="LiveId" clId="{4092C9CD-2AB0-4B5D-8719-B35BB206A2D1}" dt="2020-11-25T20:53:28.297" v="139" actId="1076"/>
          <ac:picMkLst>
            <pc:docMk/>
            <pc:sldMk cId="2512439783" sldId="506"/>
            <ac:picMk id="3" creationId="{2BD66465-54D9-4BD2-ABCC-C67FAF219FA9}"/>
          </ac:picMkLst>
        </pc:picChg>
      </pc:sldChg>
      <pc:sldChg chg="del">
        <pc:chgData name="Agustin Salazar" userId="2713ac6653f5e3c0" providerId="LiveId" clId="{4092C9CD-2AB0-4B5D-8719-B35BB206A2D1}" dt="2020-11-25T20:51:00.901" v="101" actId="47"/>
        <pc:sldMkLst>
          <pc:docMk/>
          <pc:sldMk cId="748515637" sldId="507"/>
        </pc:sldMkLst>
      </pc:sldChg>
      <pc:sldChg chg="addSp modSp add mod setBg">
        <pc:chgData name="Agustin Salazar" userId="2713ac6653f5e3c0" providerId="LiveId" clId="{4092C9CD-2AB0-4B5D-8719-B35BB206A2D1}" dt="2020-11-25T23:19:51.702" v="1802" actId="403"/>
        <pc:sldMkLst>
          <pc:docMk/>
          <pc:sldMk cId="2351407448" sldId="507"/>
        </pc:sldMkLst>
        <pc:spChg chg="add mod">
          <ac:chgData name="Agustin Salazar" userId="2713ac6653f5e3c0" providerId="LiveId" clId="{4092C9CD-2AB0-4B5D-8719-B35BB206A2D1}" dt="2020-11-25T23:19:51.702" v="1802" actId="403"/>
          <ac:spMkLst>
            <pc:docMk/>
            <pc:sldMk cId="2351407448" sldId="507"/>
            <ac:spMk id="6" creationId="{2F7A5916-5586-43BB-B702-6A0D799F1BB0}"/>
          </ac:spMkLst>
        </pc:spChg>
      </pc:sldChg>
      <pc:sldChg chg="addSp modSp add mod setBg">
        <pc:chgData name="Agustin Salazar" userId="2713ac6653f5e3c0" providerId="LiveId" clId="{4092C9CD-2AB0-4B5D-8719-B35BB206A2D1}" dt="2020-11-25T23:20:09.545" v="1806" actId="403"/>
        <pc:sldMkLst>
          <pc:docMk/>
          <pc:sldMk cId="3104573755" sldId="508"/>
        </pc:sldMkLst>
        <pc:spChg chg="add mod">
          <ac:chgData name="Agustin Salazar" userId="2713ac6653f5e3c0" providerId="LiveId" clId="{4092C9CD-2AB0-4B5D-8719-B35BB206A2D1}" dt="2020-11-25T23:20:09.545" v="1806" actId="403"/>
          <ac:spMkLst>
            <pc:docMk/>
            <pc:sldMk cId="3104573755" sldId="508"/>
            <ac:spMk id="6" creationId="{DD3BF6AF-DB11-46DD-85E4-C74113D676BD}"/>
          </ac:spMkLst>
        </pc:spChg>
        <pc:spChg chg="add mod">
          <ac:chgData name="Agustin Salazar" userId="2713ac6653f5e3c0" providerId="LiveId" clId="{4092C9CD-2AB0-4B5D-8719-B35BB206A2D1}" dt="2020-11-25T23:07:05.909" v="528"/>
          <ac:spMkLst>
            <pc:docMk/>
            <pc:sldMk cId="3104573755" sldId="508"/>
            <ac:spMk id="8" creationId="{2F7A5916-5586-43BB-B702-6A0D799F1BB0}"/>
          </ac:spMkLst>
        </pc:spChg>
      </pc:sldChg>
      <pc:sldChg chg="del">
        <pc:chgData name="Agustin Salazar" userId="2713ac6653f5e3c0" providerId="LiveId" clId="{4092C9CD-2AB0-4B5D-8719-B35BB206A2D1}" dt="2020-11-25T20:51:01.641" v="102" actId="47"/>
        <pc:sldMkLst>
          <pc:docMk/>
          <pc:sldMk cId="4124987121" sldId="508"/>
        </pc:sldMkLst>
      </pc:sldChg>
      <pc:sldChg chg="addSp modSp add mod setBg">
        <pc:chgData name="Agustin Salazar" userId="2713ac6653f5e3c0" providerId="LiveId" clId="{4092C9CD-2AB0-4B5D-8719-B35BB206A2D1}" dt="2020-11-25T23:20:22.999" v="1807" actId="403"/>
        <pc:sldMkLst>
          <pc:docMk/>
          <pc:sldMk cId="154571524" sldId="509"/>
        </pc:sldMkLst>
        <pc:spChg chg="add mod">
          <ac:chgData name="Agustin Salazar" userId="2713ac6653f5e3c0" providerId="LiveId" clId="{4092C9CD-2AB0-4B5D-8719-B35BB206A2D1}" dt="2020-11-25T23:20:22.999" v="1807" actId="403"/>
          <ac:spMkLst>
            <pc:docMk/>
            <pc:sldMk cId="154571524" sldId="509"/>
            <ac:spMk id="6" creationId="{1DD326D6-54AB-4B00-9C03-2F0EB9EBF383}"/>
          </ac:spMkLst>
        </pc:spChg>
      </pc:sldChg>
      <pc:sldChg chg="addSp modSp add mod">
        <pc:chgData name="Agustin Salazar" userId="2713ac6653f5e3c0" providerId="LiveId" clId="{4092C9CD-2AB0-4B5D-8719-B35BB206A2D1}" dt="2020-11-25T23:20:28.991" v="1808" actId="403"/>
        <pc:sldMkLst>
          <pc:docMk/>
          <pc:sldMk cId="3272909101" sldId="510"/>
        </pc:sldMkLst>
        <pc:spChg chg="add mod">
          <ac:chgData name="Agustin Salazar" userId="2713ac6653f5e3c0" providerId="LiveId" clId="{4092C9CD-2AB0-4B5D-8719-B35BB206A2D1}" dt="2020-11-25T23:20:28.991" v="1808" actId="403"/>
          <ac:spMkLst>
            <pc:docMk/>
            <pc:sldMk cId="3272909101" sldId="510"/>
            <ac:spMk id="6" creationId="{D95B7E4C-80F2-49BA-91D8-F8A5FB9838AD}"/>
          </ac:spMkLst>
        </pc:spChg>
      </pc:sldChg>
      <pc:sldChg chg="add del">
        <pc:chgData name="Agustin Salazar" userId="2713ac6653f5e3c0" providerId="LiveId" clId="{4092C9CD-2AB0-4B5D-8719-B35BB206A2D1}" dt="2020-11-25T23:20:49.036" v="1810" actId="47"/>
        <pc:sldMkLst>
          <pc:docMk/>
          <pc:sldMk cId="2871457687" sldId="511"/>
        </pc:sldMkLst>
      </pc:sldChg>
      <pc:sldChg chg="add del">
        <pc:chgData name="Agustin Salazar" userId="2713ac6653f5e3c0" providerId="LiveId" clId="{4092C9CD-2AB0-4B5D-8719-B35BB206A2D1}" dt="2020-11-25T23:20:32.473" v="1809" actId="47"/>
        <pc:sldMkLst>
          <pc:docMk/>
          <pc:sldMk cId="1929396159" sldId="51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E8D02-2E04-4F81-A49C-A668C0DE798B}" type="datetimeFigureOut">
              <a:rPr lang="es-CO" smtClean="0"/>
              <a:t>9/12/2020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6DC95-DDFB-4205-A3C3-AE00767019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4302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7B456B72-EA49-452D-A0C8-776E1D7930C2}" type="datetimeFigureOut">
              <a:rPr lang="es-CO" smtClean="0"/>
              <a:pPr/>
              <a:t>9/12/2020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B8EEB717-AD6D-4BA6-A968-6807BD0509E8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7865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EB717-AD6D-4BA6-A968-6807BD0509E8}" type="slidenum">
              <a:rPr lang="es-CO" smtClean="0"/>
              <a:pPr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90282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22276" y="1845116"/>
            <a:ext cx="7052461" cy="12731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244552" y="3365755"/>
            <a:ext cx="5807909" cy="151788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6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3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19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26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39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4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52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B1D7B0-F430-4E5A-803B-BA268B259E5F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307FE6-CA65-48B5-8DDD-C3093F6D147C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5956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976D8-06E1-4B20-9C91-66353B1F8E62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187BBE-6200-4C41-A941-B4C582AFE11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7127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55407" y="3816722"/>
            <a:ext cx="7052461" cy="1179664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55407" y="2517442"/>
            <a:ext cx="7052461" cy="129928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654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130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1962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2616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327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3925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457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5233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5DD912-6529-490B-88A6-A8F98D1CE64F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86E652-9E0F-4043-97B5-C318384A0E6A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80219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14851" y="1385899"/>
            <a:ext cx="3664514" cy="391984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217648" y="1385899"/>
            <a:ext cx="3664514" cy="391984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417B4B-12A8-4E2B-AF4A-10344BB8086D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904F9-24A0-4C8D-B43F-2482FB65F5D0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468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14851" y="1329529"/>
            <a:ext cx="3665955" cy="554084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6542" indent="0">
              <a:buNone/>
              <a:defRPr sz="1800" b="1"/>
            </a:lvl2pPr>
            <a:lvl3pPr marL="813084" indent="0">
              <a:buNone/>
              <a:defRPr sz="1600" b="1"/>
            </a:lvl3pPr>
            <a:lvl4pPr marL="1219627" indent="0">
              <a:buNone/>
              <a:defRPr sz="1400" b="1"/>
            </a:lvl4pPr>
            <a:lvl5pPr marL="1626169" indent="0">
              <a:buNone/>
              <a:defRPr sz="1400" b="1"/>
            </a:lvl5pPr>
            <a:lvl6pPr marL="2032711" indent="0">
              <a:buNone/>
              <a:defRPr sz="1400" b="1"/>
            </a:lvl6pPr>
            <a:lvl7pPr marL="2439253" indent="0">
              <a:buNone/>
              <a:defRPr sz="1400" b="1"/>
            </a:lvl7pPr>
            <a:lvl8pPr marL="2845796" indent="0">
              <a:buNone/>
              <a:defRPr sz="1400" b="1"/>
            </a:lvl8pPr>
            <a:lvl9pPr marL="3252338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14851" y="1883613"/>
            <a:ext cx="3665955" cy="342212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214768" y="1329529"/>
            <a:ext cx="3667395" cy="554084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6542" indent="0">
              <a:buNone/>
              <a:defRPr sz="1800" b="1"/>
            </a:lvl2pPr>
            <a:lvl3pPr marL="813084" indent="0">
              <a:buNone/>
              <a:defRPr sz="1600" b="1"/>
            </a:lvl3pPr>
            <a:lvl4pPr marL="1219627" indent="0">
              <a:buNone/>
              <a:defRPr sz="1400" b="1"/>
            </a:lvl4pPr>
            <a:lvl5pPr marL="1626169" indent="0">
              <a:buNone/>
              <a:defRPr sz="1400" b="1"/>
            </a:lvl5pPr>
            <a:lvl6pPr marL="2032711" indent="0">
              <a:buNone/>
              <a:defRPr sz="1400" b="1"/>
            </a:lvl6pPr>
            <a:lvl7pPr marL="2439253" indent="0">
              <a:buNone/>
              <a:defRPr sz="1400" b="1"/>
            </a:lvl7pPr>
            <a:lvl8pPr marL="2845796" indent="0">
              <a:buNone/>
              <a:defRPr sz="1400" b="1"/>
            </a:lvl8pPr>
            <a:lvl9pPr marL="3252338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214768" y="1883613"/>
            <a:ext cx="3667395" cy="342212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A60881-EA09-49A8-9CE7-7E106F5B4D8B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5E2A1-8986-410B-B028-AAF6581456E0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2315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2FCDA3-4B14-4C5D-8E86-D0C9113C8A87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C134DE-C934-4906-AABB-D6DB5DFD36E0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7305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DF9304-77C9-4022-837A-D41C003C7809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771239-ECCA-40BF-8F1F-3121726CD94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52284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14851" y="236483"/>
            <a:ext cx="2729660" cy="1006427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43902" y="236483"/>
            <a:ext cx="4638261" cy="5069256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14851" y="1242910"/>
            <a:ext cx="2729660" cy="4062829"/>
          </a:xfrm>
        </p:spPr>
        <p:txBody>
          <a:bodyPr/>
          <a:lstStyle>
            <a:lvl1pPr marL="0" indent="0">
              <a:buNone/>
              <a:defRPr sz="1200"/>
            </a:lvl1pPr>
            <a:lvl2pPr marL="406542" indent="0">
              <a:buNone/>
              <a:defRPr sz="1100"/>
            </a:lvl2pPr>
            <a:lvl3pPr marL="813084" indent="0">
              <a:buNone/>
              <a:defRPr sz="900"/>
            </a:lvl3pPr>
            <a:lvl4pPr marL="1219627" indent="0">
              <a:buNone/>
              <a:defRPr sz="800"/>
            </a:lvl4pPr>
            <a:lvl5pPr marL="1626169" indent="0">
              <a:buNone/>
              <a:defRPr sz="800"/>
            </a:lvl5pPr>
            <a:lvl6pPr marL="2032711" indent="0">
              <a:buNone/>
              <a:defRPr sz="800"/>
            </a:lvl6pPr>
            <a:lvl7pPr marL="2439253" indent="0">
              <a:buNone/>
              <a:defRPr sz="800"/>
            </a:lvl7pPr>
            <a:lvl8pPr marL="2845796" indent="0">
              <a:buNone/>
              <a:defRPr sz="800"/>
            </a:lvl8pPr>
            <a:lvl9pPr marL="3252338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B35D0D-9D65-4866-BFD8-DEBD6637C217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2F439C-D8CD-4264-9D0A-6FA68056674D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55288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6273" y="4157697"/>
            <a:ext cx="4978208" cy="49084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626273" y="530711"/>
            <a:ext cx="4978208" cy="3563740"/>
          </a:xfrm>
        </p:spPr>
        <p:txBody>
          <a:bodyPr lIns="81308" tIns="40654" rIns="81308" bIns="40654" rtlCol="0">
            <a:normAutofit/>
          </a:bodyPr>
          <a:lstStyle>
            <a:lvl1pPr marL="0" indent="0">
              <a:buNone/>
              <a:defRPr sz="2800"/>
            </a:lvl1pPr>
            <a:lvl2pPr marL="406542" indent="0">
              <a:buNone/>
              <a:defRPr sz="2500"/>
            </a:lvl2pPr>
            <a:lvl3pPr marL="813084" indent="0">
              <a:buNone/>
              <a:defRPr sz="2100"/>
            </a:lvl3pPr>
            <a:lvl4pPr marL="1219627" indent="0">
              <a:buNone/>
              <a:defRPr sz="1800"/>
            </a:lvl4pPr>
            <a:lvl5pPr marL="1626169" indent="0">
              <a:buNone/>
              <a:defRPr sz="1800"/>
            </a:lvl5pPr>
            <a:lvl6pPr marL="2032711" indent="0">
              <a:buNone/>
              <a:defRPr sz="1800"/>
            </a:lvl6pPr>
            <a:lvl7pPr marL="2439253" indent="0">
              <a:buNone/>
              <a:defRPr sz="1800"/>
            </a:lvl7pPr>
            <a:lvl8pPr marL="2845796" indent="0">
              <a:buNone/>
              <a:defRPr sz="1800"/>
            </a:lvl8pPr>
            <a:lvl9pPr marL="3252338" indent="0">
              <a:buNone/>
              <a:defRPr sz="18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26273" y="4648536"/>
            <a:ext cx="4978208" cy="697074"/>
          </a:xfrm>
        </p:spPr>
        <p:txBody>
          <a:bodyPr/>
          <a:lstStyle>
            <a:lvl1pPr marL="0" indent="0">
              <a:buNone/>
              <a:defRPr sz="1200"/>
            </a:lvl1pPr>
            <a:lvl2pPr marL="406542" indent="0">
              <a:buNone/>
              <a:defRPr sz="1100"/>
            </a:lvl2pPr>
            <a:lvl3pPr marL="813084" indent="0">
              <a:buNone/>
              <a:defRPr sz="900"/>
            </a:lvl3pPr>
            <a:lvl4pPr marL="1219627" indent="0">
              <a:buNone/>
              <a:defRPr sz="800"/>
            </a:lvl4pPr>
            <a:lvl5pPr marL="1626169" indent="0">
              <a:buNone/>
              <a:defRPr sz="800"/>
            </a:lvl5pPr>
            <a:lvl6pPr marL="2032711" indent="0">
              <a:buNone/>
              <a:defRPr sz="800"/>
            </a:lvl6pPr>
            <a:lvl7pPr marL="2439253" indent="0">
              <a:buNone/>
              <a:defRPr sz="800"/>
            </a:lvl7pPr>
            <a:lvl8pPr marL="2845796" indent="0">
              <a:buNone/>
              <a:defRPr sz="800"/>
            </a:lvl8pPr>
            <a:lvl9pPr marL="3252338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6120D5-6724-4AF0-B17D-542CCEA773B4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FFA220-0B95-4628-B57B-44EF6EABFACC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63952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B475DD-21FA-4E20-B703-5409FBA9AADB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F1C9C8-33B9-4477-88CC-3E47D7729E4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7644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015335" y="237858"/>
            <a:ext cx="1866828" cy="506788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14851" y="237858"/>
            <a:ext cx="5462200" cy="5067881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6969AF-3FDC-4506-BEB7-E25FAA2FF637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8BB8C4-DD6B-44B8-B86A-DA5774A78D5F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42267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BE827-13BB-447F-B968-2A6F75D64ABC}" type="datetimeFigureOut">
              <a:rPr lang="es-CO" smtClean="0"/>
              <a:t>9/12/2020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37783-8783-4231-B195-BDE6583CAEBD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Rectángulo 6"/>
          <p:cNvSpPr/>
          <p:nvPr userDrawn="1"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pic>
        <p:nvPicPr>
          <p:cNvPr id="8" name="Picture 2" descr="http://reda.utp.edu.co/image/company_logo?img_id=10744&amp;t=1449889698756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5" y="5829574"/>
            <a:ext cx="1941414" cy="107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/>
          <p:cNvSpPr/>
          <p:nvPr userDrawn="1"/>
        </p:nvSpPr>
        <p:spPr>
          <a:xfrm>
            <a:off x="360045" y="6046857"/>
            <a:ext cx="67036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Taller Pensamiento Visual</a:t>
            </a:r>
            <a:endParaRPr lang="es-CO" sz="3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305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22276" y="1845116"/>
            <a:ext cx="7052461" cy="12731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244552" y="3365755"/>
            <a:ext cx="5807909" cy="151788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6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3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19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26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32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39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4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52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B1D7B0-F430-4E5A-803B-BA268B259E5F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307FE6-CA65-48B5-8DDD-C3093F6D147C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681970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976D8-06E1-4B20-9C91-66353B1F8E62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187BBE-6200-4C41-A941-B4C582AFE11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498111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55407" y="3816722"/>
            <a:ext cx="7052461" cy="1179664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55407" y="2517442"/>
            <a:ext cx="7052461" cy="129928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654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130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1962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2616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327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3925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457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5233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5DD912-6529-490B-88A6-A8F98D1CE64F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86E652-9E0F-4043-97B5-C318384A0E6A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10680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14851" y="1385899"/>
            <a:ext cx="3664514" cy="391984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217648" y="1385899"/>
            <a:ext cx="3664514" cy="391984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417B4B-12A8-4E2B-AF4A-10344BB8086D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904F9-24A0-4C8D-B43F-2482FB65F5D0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415620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14851" y="1329529"/>
            <a:ext cx="3665955" cy="554084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6542" indent="0">
              <a:buNone/>
              <a:defRPr sz="1800" b="1"/>
            </a:lvl2pPr>
            <a:lvl3pPr marL="813084" indent="0">
              <a:buNone/>
              <a:defRPr sz="1600" b="1"/>
            </a:lvl3pPr>
            <a:lvl4pPr marL="1219627" indent="0">
              <a:buNone/>
              <a:defRPr sz="1400" b="1"/>
            </a:lvl4pPr>
            <a:lvl5pPr marL="1626169" indent="0">
              <a:buNone/>
              <a:defRPr sz="1400" b="1"/>
            </a:lvl5pPr>
            <a:lvl6pPr marL="2032711" indent="0">
              <a:buNone/>
              <a:defRPr sz="1400" b="1"/>
            </a:lvl6pPr>
            <a:lvl7pPr marL="2439253" indent="0">
              <a:buNone/>
              <a:defRPr sz="1400" b="1"/>
            </a:lvl7pPr>
            <a:lvl8pPr marL="2845796" indent="0">
              <a:buNone/>
              <a:defRPr sz="1400" b="1"/>
            </a:lvl8pPr>
            <a:lvl9pPr marL="3252338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14851" y="1883613"/>
            <a:ext cx="3665955" cy="342212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214768" y="1329529"/>
            <a:ext cx="3667395" cy="554084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6542" indent="0">
              <a:buNone/>
              <a:defRPr sz="1800" b="1"/>
            </a:lvl2pPr>
            <a:lvl3pPr marL="813084" indent="0">
              <a:buNone/>
              <a:defRPr sz="1600" b="1"/>
            </a:lvl3pPr>
            <a:lvl4pPr marL="1219627" indent="0">
              <a:buNone/>
              <a:defRPr sz="1400" b="1"/>
            </a:lvl4pPr>
            <a:lvl5pPr marL="1626169" indent="0">
              <a:buNone/>
              <a:defRPr sz="1400" b="1"/>
            </a:lvl5pPr>
            <a:lvl6pPr marL="2032711" indent="0">
              <a:buNone/>
              <a:defRPr sz="1400" b="1"/>
            </a:lvl6pPr>
            <a:lvl7pPr marL="2439253" indent="0">
              <a:buNone/>
              <a:defRPr sz="1400" b="1"/>
            </a:lvl7pPr>
            <a:lvl8pPr marL="2845796" indent="0">
              <a:buNone/>
              <a:defRPr sz="1400" b="1"/>
            </a:lvl8pPr>
            <a:lvl9pPr marL="3252338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214768" y="1883613"/>
            <a:ext cx="3667395" cy="342212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A60881-EA09-49A8-9CE7-7E106F5B4D8B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5E2A1-8986-410B-B028-AAF6581456E0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26808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2FCDA3-4B14-4C5D-8E86-D0C9113C8A87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C134DE-C934-4906-AABB-D6DB5DFD36E0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93883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DF9304-77C9-4022-837A-D41C003C7809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771239-ECCA-40BF-8F1F-3121726CD94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9381684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14851" y="236483"/>
            <a:ext cx="2729660" cy="1006427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43902" y="236483"/>
            <a:ext cx="4638261" cy="5069256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14851" y="1242910"/>
            <a:ext cx="2729660" cy="4062829"/>
          </a:xfrm>
        </p:spPr>
        <p:txBody>
          <a:bodyPr/>
          <a:lstStyle>
            <a:lvl1pPr marL="0" indent="0">
              <a:buNone/>
              <a:defRPr sz="1200"/>
            </a:lvl1pPr>
            <a:lvl2pPr marL="406542" indent="0">
              <a:buNone/>
              <a:defRPr sz="1100"/>
            </a:lvl2pPr>
            <a:lvl3pPr marL="813084" indent="0">
              <a:buNone/>
              <a:defRPr sz="900"/>
            </a:lvl3pPr>
            <a:lvl4pPr marL="1219627" indent="0">
              <a:buNone/>
              <a:defRPr sz="800"/>
            </a:lvl4pPr>
            <a:lvl5pPr marL="1626169" indent="0">
              <a:buNone/>
              <a:defRPr sz="800"/>
            </a:lvl5pPr>
            <a:lvl6pPr marL="2032711" indent="0">
              <a:buNone/>
              <a:defRPr sz="800"/>
            </a:lvl6pPr>
            <a:lvl7pPr marL="2439253" indent="0">
              <a:buNone/>
              <a:defRPr sz="800"/>
            </a:lvl7pPr>
            <a:lvl8pPr marL="2845796" indent="0">
              <a:buNone/>
              <a:defRPr sz="800"/>
            </a:lvl8pPr>
            <a:lvl9pPr marL="3252338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B35D0D-9D65-4866-BFD8-DEBD6637C217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2F439C-D8CD-4264-9D0A-6FA68056674D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4050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6273" y="4157697"/>
            <a:ext cx="4978208" cy="49084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626273" y="530711"/>
            <a:ext cx="4978208" cy="3563740"/>
          </a:xfrm>
        </p:spPr>
        <p:txBody>
          <a:bodyPr lIns="81308" tIns="40654" rIns="81308" bIns="40654" rtlCol="0">
            <a:normAutofit/>
          </a:bodyPr>
          <a:lstStyle>
            <a:lvl1pPr marL="0" indent="0">
              <a:buNone/>
              <a:defRPr sz="2800"/>
            </a:lvl1pPr>
            <a:lvl2pPr marL="406542" indent="0">
              <a:buNone/>
              <a:defRPr sz="2500"/>
            </a:lvl2pPr>
            <a:lvl3pPr marL="813084" indent="0">
              <a:buNone/>
              <a:defRPr sz="2100"/>
            </a:lvl3pPr>
            <a:lvl4pPr marL="1219627" indent="0">
              <a:buNone/>
              <a:defRPr sz="1800"/>
            </a:lvl4pPr>
            <a:lvl5pPr marL="1626169" indent="0">
              <a:buNone/>
              <a:defRPr sz="1800"/>
            </a:lvl5pPr>
            <a:lvl6pPr marL="2032711" indent="0">
              <a:buNone/>
              <a:defRPr sz="1800"/>
            </a:lvl6pPr>
            <a:lvl7pPr marL="2439253" indent="0">
              <a:buNone/>
              <a:defRPr sz="1800"/>
            </a:lvl7pPr>
            <a:lvl8pPr marL="2845796" indent="0">
              <a:buNone/>
              <a:defRPr sz="1800"/>
            </a:lvl8pPr>
            <a:lvl9pPr marL="3252338" indent="0">
              <a:buNone/>
              <a:defRPr sz="18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26273" y="4648536"/>
            <a:ext cx="4978208" cy="697074"/>
          </a:xfrm>
        </p:spPr>
        <p:txBody>
          <a:bodyPr/>
          <a:lstStyle>
            <a:lvl1pPr marL="0" indent="0">
              <a:buNone/>
              <a:defRPr sz="1200"/>
            </a:lvl1pPr>
            <a:lvl2pPr marL="406542" indent="0">
              <a:buNone/>
              <a:defRPr sz="1100"/>
            </a:lvl2pPr>
            <a:lvl3pPr marL="813084" indent="0">
              <a:buNone/>
              <a:defRPr sz="900"/>
            </a:lvl3pPr>
            <a:lvl4pPr marL="1219627" indent="0">
              <a:buNone/>
              <a:defRPr sz="800"/>
            </a:lvl4pPr>
            <a:lvl5pPr marL="1626169" indent="0">
              <a:buNone/>
              <a:defRPr sz="800"/>
            </a:lvl5pPr>
            <a:lvl6pPr marL="2032711" indent="0">
              <a:buNone/>
              <a:defRPr sz="800"/>
            </a:lvl6pPr>
            <a:lvl7pPr marL="2439253" indent="0">
              <a:buNone/>
              <a:defRPr sz="800"/>
            </a:lvl7pPr>
            <a:lvl8pPr marL="2845796" indent="0">
              <a:buNone/>
              <a:defRPr sz="800"/>
            </a:lvl8pPr>
            <a:lvl9pPr marL="3252338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6120D5-6724-4AF0-B17D-542CCEA773B4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FFA220-0B95-4628-B57B-44EF6EABFACC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56856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B475DD-21FA-4E20-B703-5409FBA9AADB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F1C9C8-33B9-4477-88CC-3E47D7729E4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2273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015335" y="237858"/>
            <a:ext cx="1866828" cy="506788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14851" y="237858"/>
            <a:ext cx="5462200" cy="5067881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6969AF-3FDC-4506-BEB7-E25FAA2FF637}" type="datetimeFigureOut">
              <a:rPr lang="es-CO" altLang="es-CO"/>
              <a:pPr/>
              <a:t>9/12/2020</a:t>
            </a:fld>
            <a:endParaRPr lang="es-CO" alt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8BB8C4-DD6B-44B8-B86A-DA5774A78D5F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55879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Clic para editar título</a:t>
            </a:r>
            <a:endParaRPr lang="es-CO" altLang="es-CO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CF4E1AC-5049-483F-99B1-958BED1DDFDF}" type="datetimeFigureOut">
              <a:rPr lang="es-CO" altLang="es-CO" smtClean="0"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9/12/2020</a:t>
            </a:fld>
            <a:endParaRPr lang="es-CO" altLang="es-CO">
              <a:ea typeface="ＭＳ Ｐゴシック" pitchFamily="34" charset="-128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</a:bodyPr>
          <a:lstStyle>
            <a:lvl1pPr algn="ctr" defTabSz="914720">
              <a:defRPr sz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294E868-D7BC-4376-B0CA-198138FA8D41}" type="slidenum">
              <a:rPr lang="es-CO" altLang="es-CO" smtClean="0"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CO" altLang="es-CO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715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  <p:sldLayoutId id="214748415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06542" algn="ctr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itchFamily="34" charset="0"/>
        </a:defRPr>
      </a:lvl6pPr>
      <a:lvl7pPr marL="813084" algn="ctr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itchFamily="34" charset="0"/>
        </a:defRPr>
      </a:lvl7pPr>
      <a:lvl8pPr marL="1219627" algn="ctr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itchFamily="34" charset="0"/>
        </a:defRPr>
      </a:lvl8pPr>
      <a:lvl9pPr marL="1626169" algn="ctr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235982" indent="-203271" algn="l" defTabSz="81308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42525" indent="-203271" algn="l" defTabSz="81308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49067" indent="-203271" algn="l" defTabSz="81308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55609" indent="-203271" algn="l" defTabSz="81308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542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3084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627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6169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711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9253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5796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2338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Clic para editar título</a:t>
            </a:r>
            <a:endParaRPr lang="es-CO" altLang="es-CO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CF4E1AC-5049-483F-99B1-958BED1DDFDF}" type="datetimeFigureOut">
              <a:rPr lang="es-CO" altLang="es-CO" smtClean="0"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9/12/2020</a:t>
            </a:fld>
            <a:endParaRPr lang="es-CO" altLang="es-CO">
              <a:ea typeface="ＭＳ Ｐゴシック" pitchFamily="34" charset="-128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</a:bodyPr>
          <a:lstStyle>
            <a:lvl1pPr algn="ctr" defTabSz="914720">
              <a:defRPr sz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_tradn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9" tIns="45720" rIns="91439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294E868-D7BC-4376-B0CA-198138FA8D41}" type="slidenum">
              <a:rPr lang="es-CO" altLang="es-CO" smtClean="0">
                <a:ea typeface="ＭＳ Ｐゴシック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CO" altLang="es-CO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518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06542" algn="ctr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itchFamily="34" charset="0"/>
        </a:defRPr>
      </a:lvl6pPr>
      <a:lvl7pPr marL="813084" algn="ctr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itchFamily="34" charset="0"/>
        </a:defRPr>
      </a:lvl7pPr>
      <a:lvl8pPr marL="1219627" algn="ctr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itchFamily="34" charset="0"/>
        </a:defRPr>
      </a:lvl8pPr>
      <a:lvl9pPr marL="1626169" algn="ctr" rtl="0" fontAlgn="base">
        <a:spcBef>
          <a:spcPct val="0"/>
        </a:spcBef>
        <a:spcAft>
          <a:spcPct val="0"/>
        </a:spcAft>
        <a:defRPr sz="39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235982" indent="-203271" algn="l" defTabSz="81308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42525" indent="-203271" algn="l" defTabSz="81308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49067" indent="-203271" algn="l" defTabSz="81308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55609" indent="-203271" algn="l" defTabSz="81308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542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3084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627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6169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711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9253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5796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2338" algn="l" defTabSz="81308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10 Grupo"/>
          <p:cNvGrpSpPr/>
          <p:nvPr/>
        </p:nvGrpSpPr>
        <p:grpSpPr>
          <a:xfrm>
            <a:off x="323528" y="2483197"/>
            <a:ext cx="8496944" cy="3693226"/>
            <a:chOff x="323528" y="3056219"/>
            <a:chExt cx="8496944" cy="3693226"/>
          </a:xfrm>
        </p:grpSpPr>
        <p:sp>
          <p:nvSpPr>
            <p:cNvPr id="5" name="6 Rectángulo"/>
            <p:cNvSpPr/>
            <p:nvPr/>
          </p:nvSpPr>
          <p:spPr>
            <a:xfrm>
              <a:off x="323528" y="3056219"/>
              <a:ext cx="8496944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CO" sz="4000" b="1" dirty="0">
                  <a:ln w="18415" cmpd="sng">
                    <a:noFill/>
                    <a:prstDash val="solid"/>
                  </a:ln>
                  <a:solidFill>
                    <a:srgbClr val="1F497D">
                      <a:lumMod val="75000"/>
                    </a:srgbClr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TRABAJO FINAL</a:t>
              </a:r>
            </a:p>
          </p:txBody>
        </p:sp>
        <p:sp>
          <p:nvSpPr>
            <p:cNvPr id="6" name="7 Rectángulo"/>
            <p:cNvSpPr/>
            <p:nvPr/>
          </p:nvSpPr>
          <p:spPr>
            <a:xfrm>
              <a:off x="683568" y="6410891"/>
              <a:ext cx="734481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sz="1600" i="1" dirty="0">
                  <a:solidFill>
                    <a:schemeClr val="tx2">
                      <a:lumMod val="50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Programa Ingeniería de Sistemas y Computación </a:t>
              </a:r>
              <a:endParaRPr lang="es-CO" sz="1600" i="1" dirty="0">
                <a:solidFill>
                  <a:schemeClr val="tx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7" name="9 Conector recto"/>
            <p:cNvCxnSpPr/>
            <p:nvPr/>
          </p:nvCxnSpPr>
          <p:spPr>
            <a:xfrm>
              <a:off x="953913" y="4253352"/>
              <a:ext cx="748883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11 Rectángulo"/>
          <p:cNvSpPr/>
          <p:nvPr/>
        </p:nvSpPr>
        <p:spPr>
          <a:xfrm>
            <a:off x="467544" y="6176423"/>
            <a:ext cx="73448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Diciembre 2020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EEAA04-DDE0-4BB4-96F3-5EC75F012046}"/>
              </a:ext>
            </a:extLst>
          </p:cNvPr>
          <p:cNvSpPr txBox="1"/>
          <p:nvPr/>
        </p:nvSpPr>
        <p:spPr>
          <a:xfrm>
            <a:off x="3479227" y="3717653"/>
            <a:ext cx="2185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n w="18415" cmpd="sng">
                  <a:noFill/>
                  <a:prstDash val="solid"/>
                </a:ln>
                <a:solidFill>
                  <a:srgbClr val="1F497D">
                    <a:lumMod val="75000"/>
                  </a:srgbClr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Presentado por:</a:t>
            </a:r>
          </a:p>
          <a:p>
            <a:endParaRPr lang="es-CO" sz="2000" b="1" dirty="0">
              <a:ln w="18415" cmpd="sng">
                <a:noFill/>
                <a:prstDash val="solid"/>
              </a:ln>
              <a:solidFill>
                <a:srgbClr val="1F497D">
                  <a:lumMod val="75000"/>
                </a:srgbClr>
              </a:solidFill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r>
              <a:rPr lang="es-CO" sz="2000" b="1" dirty="0" err="1">
                <a:ln w="18415" cmpd="sng">
                  <a:noFill/>
                  <a:prstDash val="solid"/>
                </a:ln>
                <a:solidFill>
                  <a:srgbClr val="1F497D">
                    <a:lumMod val="75000"/>
                  </a:srgbClr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Nestor</a:t>
            </a:r>
            <a:r>
              <a:rPr lang="es-CO" sz="2000" b="1" dirty="0">
                <a:ln w="18415" cmpd="sng">
                  <a:noFill/>
                  <a:prstDash val="solid"/>
                </a:ln>
                <a:solidFill>
                  <a:srgbClr val="1F497D">
                    <a:lumMod val="75000"/>
                  </a:srgbClr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Marmolejo</a:t>
            </a:r>
          </a:p>
          <a:p>
            <a:r>
              <a:rPr lang="es-CO" sz="2000" b="1" dirty="0">
                <a:ln w="18415" cmpd="sng">
                  <a:noFill/>
                  <a:prstDash val="solid"/>
                </a:ln>
                <a:solidFill>
                  <a:srgbClr val="1F497D">
                    <a:lumMod val="75000"/>
                  </a:srgbClr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Agustín Salazar</a:t>
            </a:r>
          </a:p>
        </p:txBody>
      </p:sp>
    </p:spTree>
    <p:extLst>
      <p:ext uri="{BB962C8B-B14F-4D97-AF65-F5344CB8AC3E}">
        <p14:creationId xmlns:p14="http://schemas.microsoft.com/office/powerpoint/2010/main" val="103556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264417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</a:t>
            </a:r>
            <a:endParaRPr lang="es-CO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222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1D9F37DC-BBED-4B90-B8F2-75A317DA2879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Grafica Audio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D00B41-9488-4A75-987D-68903DF9D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" y="1124744"/>
            <a:ext cx="9144000" cy="487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2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87624" y="646331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A6DC245-F7C1-45A3-984F-2A4E23EE33F7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Grafica Audio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3A6B92-8735-4CE2-A5AD-231BFFE63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27" y="2060848"/>
            <a:ext cx="5739621" cy="457582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7AD8414-7811-4240-BDF0-4AFED4601B70}"/>
              </a:ext>
            </a:extLst>
          </p:cNvPr>
          <p:cNvSpPr txBox="1"/>
          <p:nvPr/>
        </p:nvSpPr>
        <p:spPr>
          <a:xfrm>
            <a:off x="0" y="129257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879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87624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11FEA53A-291B-446E-AC38-0A5C7C435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943"/>
            <a:ext cx="9144000" cy="450217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26C5A1D-AF92-4435-B3FA-E81C38F22066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Transformación a Frecuencia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66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FA7F197F-38F7-4AF3-ABDF-2ED57EF778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0"/>
          <a:stretch/>
        </p:blipFill>
        <p:spPr>
          <a:xfrm>
            <a:off x="0" y="1268760"/>
            <a:ext cx="9144000" cy="284671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0276A52-4ADC-4306-9D89-B1F19EC7E950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Transformación a Frecuencia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20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D0276A52-4ADC-4306-9D89-B1F19EC7E950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Transformación a Frecuencia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CEB906-EAE7-496A-A0AF-E33786413215}"/>
              </a:ext>
            </a:extLst>
          </p:cNvPr>
          <p:cNvSpPr txBox="1"/>
          <p:nvPr/>
        </p:nvSpPr>
        <p:spPr>
          <a:xfrm>
            <a:off x="0" y="129257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7361BA-2FEF-4439-9150-6014B800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569749"/>
            <a:ext cx="5001374" cy="327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0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Generador de Audio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0EA42D-597F-46D4-9B5C-4AC79E11F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100"/>
            <a:ext cx="9144000" cy="462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9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D9AF2B7-6504-4AC4-9A64-CF482C2A82C2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Generador de Audio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94C0FA-01DB-4E7F-8989-46D56C60F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0806"/>
            <a:ext cx="9144000" cy="25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1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7F19E81-F141-4AD7-A113-3612A52004B6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Generador de Audio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44DCAD-35C6-4763-B920-F05472777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27" y="2350745"/>
            <a:ext cx="5684145" cy="381455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C58D6E3-ADF3-4FE0-9234-699790B72271}"/>
              </a:ext>
            </a:extLst>
          </p:cNvPr>
          <p:cNvSpPr txBox="1"/>
          <p:nvPr/>
        </p:nvSpPr>
        <p:spPr>
          <a:xfrm>
            <a:off x="0" y="129257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479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Sintetizar Tonos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30ED41-E815-443A-B621-D904A6089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0" y="1075823"/>
            <a:ext cx="9143999" cy="511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1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3D479EB-2AC5-460F-B2D7-5EF189D6D862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Sintetizar Tonos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752ABE-45F5-477E-8BA2-EAE86787B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180"/>
            <a:ext cx="9144000" cy="496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20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3D479EB-2AC5-460F-B2D7-5EF189D6D862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Sintetizar Tonos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ECB51E-4711-4AFB-B5FB-548AD8118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756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6456DE-9EE0-43DC-9555-D462D6775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6" y="3428999"/>
            <a:ext cx="8350847" cy="311063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59AF82E-4A90-4962-8CBA-69BF70FC40BE}"/>
              </a:ext>
            </a:extLst>
          </p:cNvPr>
          <p:cNvSpPr txBox="1"/>
          <p:nvPr/>
        </p:nvSpPr>
        <p:spPr>
          <a:xfrm>
            <a:off x="-131279" y="2792623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Carpeta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947EB6E-D323-47A8-A95A-7D43C224AAE4}"/>
              </a:ext>
            </a:extLst>
          </p:cNvPr>
          <p:cNvSpPr/>
          <p:nvPr/>
        </p:nvSpPr>
        <p:spPr>
          <a:xfrm>
            <a:off x="158391" y="5317299"/>
            <a:ext cx="8784976" cy="473787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9EE10F-8F9E-41BF-96D7-95132F3E1264}"/>
              </a:ext>
            </a:extLst>
          </p:cNvPr>
          <p:cNvSpPr txBox="1"/>
          <p:nvPr/>
        </p:nvSpPr>
        <p:spPr>
          <a:xfrm>
            <a:off x="45844" y="213459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4CA53A6-0DCF-4F00-B91B-DB708B57AF8D}"/>
              </a:ext>
            </a:extLst>
          </p:cNvPr>
          <p:cNvSpPr/>
          <p:nvPr/>
        </p:nvSpPr>
        <p:spPr>
          <a:xfrm>
            <a:off x="148567" y="6065843"/>
            <a:ext cx="8772287" cy="473787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353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3D479EB-2AC5-460F-B2D7-5EF189D6D862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Reconocer Palabras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79A0A8-59E4-4F31-9AB4-AFCE5611D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3558"/>
            <a:ext cx="9144000" cy="503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3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7C52B8D-B5FE-4655-869B-0DD9394728A4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Reconocer Palabras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2916ED-0812-4402-945E-3ED18D2D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179"/>
            <a:ext cx="9143999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2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6E36BA8-25D0-406E-A67F-0B114CC4DEC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Reconocer Palabras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B41681-BDE0-4A1E-AD89-2C0235FB7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628"/>
            <a:ext cx="9143999" cy="482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10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6E36BA8-25D0-406E-A67F-0B114CC4DEC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Reconocer Palabras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A21BFC-9632-4030-B38A-3933AF7BBA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9"/>
          <a:stretch/>
        </p:blipFill>
        <p:spPr>
          <a:xfrm>
            <a:off x="0" y="1312569"/>
            <a:ext cx="9144000" cy="432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8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6E36BA8-25D0-406E-A67F-0B114CC4DEC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Reconocer Palabras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598C89-D529-441F-8043-42A9CF054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312"/>
            <a:ext cx="9143999" cy="468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96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6E36BA8-25D0-406E-A67F-0B114CC4DEC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Reconocer Palabras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5283DD-BC78-4C9A-9451-83EF48F188A8}"/>
              </a:ext>
            </a:extLst>
          </p:cNvPr>
          <p:cNvSpPr txBox="1"/>
          <p:nvPr/>
        </p:nvSpPr>
        <p:spPr>
          <a:xfrm>
            <a:off x="0" y="98986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469C28-1F24-485D-96B6-7C574F22EC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63" t="15127" r="12988" b="16384"/>
          <a:stretch/>
        </p:blipFill>
        <p:spPr>
          <a:xfrm>
            <a:off x="101073" y="1651658"/>
            <a:ext cx="8941853" cy="47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76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264417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PLACAS</a:t>
            </a:r>
            <a:endParaRPr lang="es-CO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298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Reconocimiento de placas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56E611-3E42-4ABA-923C-E9E5158F0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824"/>
            <a:ext cx="9144000" cy="453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44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Reconocimiento de placas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D9B663-8F44-4748-9E4E-BC0BA2E745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37"/>
          <a:stretch/>
        </p:blipFill>
        <p:spPr>
          <a:xfrm>
            <a:off x="36512" y="1117594"/>
            <a:ext cx="9144000" cy="483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22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Reconocimiento de placas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BC34FD-7897-4A66-8E2F-9CBD03DA9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5015"/>
            <a:ext cx="9144000" cy="204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4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Reconocimiento de placas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6DD7845-959F-4AC5-AF9F-92E0BCB222BA}"/>
              </a:ext>
            </a:extLst>
          </p:cNvPr>
          <p:cNvSpPr txBox="1"/>
          <p:nvPr/>
        </p:nvSpPr>
        <p:spPr>
          <a:xfrm>
            <a:off x="45844" y="836712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ED4C454-3F71-46F8-997B-9EB2B75E8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891"/>
            <a:ext cx="9144000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46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F9F08A-8669-450C-9D79-E70997417E1B}"/>
              </a:ext>
            </a:extLst>
          </p:cNvPr>
          <p:cNvCxnSpPr/>
          <p:nvPr/>
        </p:nvCxnSpPr>
        <p:spPr>
          <a:xfrm>
            <a:off x="1144645" y="692696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E4FA5A5-1B73-4DAE-B258-59D3239D0965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Reconocimiento de placas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6DD7845-959F-4AC5-AF9F-92E0BCB222BA}"/>
              </a:ext>
            </a:extLst>
          </p:cNvPr>
          <p:cNvSpPr txBox="1"/>
          <p:nvPr/>
        </p:nvSpPr>
        <p:spPr>
          <a:xfrm>
            <a:off x="45844" y="836712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endParaRPr lang="es-CO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FF43E6-1065-40B9-BE6B-4A091E7E21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94"/>
          <a:stretch/>
        </p:blipFill>
        <p:spPr>
          <a:xfrm>
            <a:off x="20759" y="1455953"/>
            <a:ext cx="9144000" cy="485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74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6E589-1697-4D08-B659-CFA39911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28800"/>
            <a:ext cx="8229600" cy="964704"/>
          </a:xfrm>
        </p:spPr>
        <p:txBody>
          <a:bodyPr>
            <a:noAutofit/>
          </a:bodyPr>
          <a:lstStyle/>
          <a:p>
            <a:r>
              <a:rPr lang="es-CO" sz="9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GRACIAS</a:t>
            </a:r>
            <a:r>
              <a:rPr lang="es-CO" sz="21500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582F96-6476-4F05-B1FD-65C72B004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068" y="3429000"/>
            <a:ext cx="6233864" cy="964704"/>
          </a:xfrm>
        </p:spPr>
        <p:txBody>
          <a:bodyPr/>
          <a:lstStyle/>
          <a:p>
            <a:pPr marL="0" indent="0">
              <a:buNone/>
            </a:pPr>
            <a:r>
              <a:rPr lang="es-CO" sz="6000" dirty="0"/>
              <a:t>POR SU ATENCIÓN.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1A1F834-53AE-4D82-A040-EAA107EBC974}"/>
              </a:ext>
            </a:extLst>
          </p:cNvPr>
          <p:cNvCxnSpPr/>
          <p:nvPr/>
        </p:nvCxnSpPr>
        <p:spPr>
          <a:xfrm>
            <a:off x="1218679" y="758528"/>
            <a:ext cx="727280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2F9B75C-3EC1-4BF9-AC2D-31927585B0AA}"/>
              </a:ext>
            </a:extLst>
          </p:cNvPr>
          <p:cNvSpPr txBox="1"/>
          <p:nvPr/>
        </p:nvSpPr>
        <p:spPr>
          <a:xfrm>
            <a:off x="6596159" y="5013176"/>
            <a:ext cx="2185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n w="18415" cmpd="sng">
                  <a:noFill/>
                  <a:prstDash val="solid"/>
                </a:ln>
                <a:solidFill>
                  <a:srgbClr val="1F497D">
                    <a:lumMod val="75000"/>
                  </a:srgbClr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Presentado por:</a:t>
            </a:r>
          </a:p>
          <a:p>
            <a:endParaRPr lang="es-CO" sz="2000" b="1" dirty="0">
              <a:ln w="18415" cmpd="sng">
                <a:noFill/>
                <a:prstDash val="solid"/>
              </a:ln>
              <a:solidFill>
                <a:srgbClr val="1F497D">
                  <a:lumMod val="75000"/>
                </a:srgbClr>
              </a:solidFill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r>
              <a:rPr lang="es-CO" sz="2000" b="1" dirty="0" err="1">
                <a:ln w="18415" cmpd="sng">
                  <a:noFill/>
                  <a:prstDash val="solid"/>
                </a:ln>
                <a:solidFill>
                  <a:srgbClr val="1F497D">
                    <a:lumMod val="75000"/>
                  </a:srgbClr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Nestor</a:t>
            </a:r>
            <a:r>
              <a:rPr lang="es-CO" sz="2000" b="1" dirty="0">
                <a:ln w="18415" cmpd="sng">
                  <a:noFill/>
                  <a:prstDash val="solid"/>
                </a:ln>
                <a:solidFill>
                  <a:srgbClr val="1F497D">
                    <a:lumMod val="75000"/>
                  </a:srgbClr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Marmolejo</a:t>
            </a:r>
          </a:p>
          <a:p>
            <a:r>
              <a:rPr lang="es-CO" sz="2000" b="1" dirty="0">
                <a:ln w="18415" cmpd="sng">
                  <a:noFill/>
                  <a:prstDash val="solid"/>
                </a:ln>
                <a:solidFill>
                  <a:srgbClr val="1F497D">
                    <a:lumMod val="75000"/>
                  </a:srgbClr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Agustín Salazar</a:t>
            </a:r>
          </a:p>
        </p:txBody>
      </p:sp>
    </p:spTree>
    <p:extLst>
      <p:ext uri="{BB962C8B-B14F-4D97-AF65-F5344CB8AC3E}">
        <p14:creationId xmlns:p14="http://schemas.microsoft.com/office/powerpoint/2010/main" val="3755925242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47845</TotalTime>
  <Words>136</Words>
  <Application>Microsoft Office PowerPoint</Application>
  <PresentationFormat>Presentación en pantalla (4:3)</PresentationFormat>
  <Paragraphs>46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2_Tema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 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Patricia Duque</dc:creator>
  <cp:lastModifiedBy>Agustin Salazar</cp:lastModifiedBy>
  <cp:revision>1920</cp:revision>
  <cp:lastPrinted>2015-10-08T14:07:43Z</cp:lastPrinted>
  <dcterms:created xsi:type="dcterms:W3CDTF">2013-10-16T14:54:31Z</dcterms:created>
  <dcterms:modified xsi:type="dcterms:W3CDTF">2020-12-09T20:25:56Z</dcterms:modified>
</cp:coreProperties>
</file>